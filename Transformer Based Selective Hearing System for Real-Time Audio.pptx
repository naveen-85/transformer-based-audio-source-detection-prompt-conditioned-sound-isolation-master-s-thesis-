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9" r:id="rId9"/>
    <p:sldId id="270" r:id="rId10"/>
    <p:sldId id="271" r:id="rId11"/>
    <p:sldId id="272" r:id="rId12"/>
    <p:sldId id="273" r:id="rId13"/>
    <p:sldId id="266" r:id="rId14"/>
    <p:sldId id="274" r:id="rId15"/>
    <p:sldId id="275" r:id="rId16"/>
    <p:sldId id="276" r:id="rId17"/>
    <p:sldId id="286" r:id="rId18"/>
    <p:sldId id="287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2B0C406-AEA9-4222-87A4-D5F6BFC47D67}" type="doc">
      <dgm:prSet loTypeId="urn:microsoft.com/office/officeart/2005/8/layout/process1" loCatId="process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DE"/>
        </a:p>
      </dgm:t>
    </dgm:pt>
    <dgm:pt modelId="{730AFCCE-FC47-46C3-97C7-9EF1F4B13702}">
      <dgm:prSet phldrT="[Text]"/>
      <dgm:spPr/>
      <dgm:t>
        <a:bodyPr/>
        <a:lstStyle/>
        <a:p>
          <a:pPr>
            <a:buNone/>
          </a:pPr>
          <a:r>
            <a:rPr lang="en-GB" dirty="0"/>
            <a:t>Raw Audio</a:t>
          </a:r>
          <a:endParaRPr lang="en-DE" dirty="0"/>
        </a:p>
      </dgm:t>
    </dgm:pt>
    <dgm:pt modelId="{67006773-0006-4922-9875-376D09ECC43A}" type="parTrans" cxnId="{641AC5A0-2032-4F16-BC7E-466D8B0D64F3}">
      <dgm:prSet/>
      <dgm:spPr/>
      <dgm:t>
        <a:bodyPr/>
        <a:lstStyle/>
        <a:p>
          <a:endParaRPr lang="en-DE"/>
        </a:p>
      </dgm:t>
    </dgm:pt>
    <dgm:pt modelId="{07A13422-C064-48EB-8CEE-FA2C17E60A98}" type="sibTrans" cxnId="{641AC5A0-2032-4F16-BC7E-466D8B0D64F3}">
      <dgm:prSet/>
      <dgm:spPr/>
      <dgm:t>
        <a:bodyPr/>
        <a:lstStyle/>
        <a:p>
          <a:endParaRPr lang="en-DE"/>
        </a:p>
      </dgm:t>
    </dgm:pt>
    <dgm:pt modelId="{49E1423C-A9BB-42E5-99A3-0F9B36386EDB}">
      <dgm:prSet phldrT="[Text]"/>
      <dgm:spPr/>
      <dgm:t>
        <a:bodyPr/>
        <a:lstStyle/>
        <a:p>
          <a:pPr>
            <a:buNone/>
          </a:pPr>
          <a:r>
            <a:rPr lang="en-GB" dirty="0"/>
            <a:t>Resample to 16 kHz</a:t>
          </a:r>
          <a:endParaRPr lang="en-DE" dirty="0"/>
        </a:p>
      </dgm:t>
    </dgm:pt>
    <dgm:pt modelId="{3247EBD3-0D6A-443A-BE57-78FE70217904}" type="parTrans" cxnId="{DAD23932-3B08-448F-9154-E31C8F1DE455}">
      <dgm:prSet/>
      <dgm:spPr/>
      <dgm:t>
        <a:bodyPr/>
        <a:lstStyle/>
        <a:p>
          <a:endParaRPr lang="en-DE"/>
        </a:p>
      </dgm:t>
    </dgm:pt>
    <dgm:pt modelId="{F958039C-792F-4A67-BE44-04872AC377EB}" type="sibTrans" cxnId="{DAD23932-3B08-448F-9154-E31C8F1DE455}">
      <dgm:prSet/>
      <dgm:spPr/>
      <dgm:t>
        <a:bodyPr/>
        <a:lstStyle/>
        <a:p>
          <a:endParaRPr lang="en-DE"/>
        </a:p>
      </dgm:t>
    </dgm:pt>
    <dgm:pt modelId="{BC263BBF-4BB9-4AAF-96CF-3405253602C0}">
      <dgm:prSet phldrT="[Text]"/>
      <dgm:spPr/>
      <dgm:t>
        <a:bodyPr/>
        <a:lstStyle/>
        <a:p>
          <a:pPr>
            <a:buNone/>
          </a:pPr>
          <a:r>
            <a:rPr lang="en-GB" dirty="0"/>
            <a:t>Convert to Mono</a:t>
          </a:r>
          <a:endParaRPr lang="en-DE" dirty="0"/>
        </a:p>
      </dgm:t>
    </dgm:pt>
    <dgm:pt modelId="{DFEF636B-21D5-4B91-A77A-C1CB5AA1D455}" type="parTrans" cxnId="{05C1C39C-6D94-4E5E-A92D-8F5CCF076343}">
      <dgm:prSet/>
      <dgm:spPr/>
      <dgm:t>
        <a:bodyPr/>
        <a:lstStyle/>
        <a:p>
          <a:endParaRPr lang="en-DE"/>
        </a:p>
      </dgm:t>
    </dgm:pt>
    <dgm:pt modelId="{03EA26DE-9F6C-4B2C-8D16-796E3243BC33}" type="sibTrans" cxnId="{05C1C39C-6D94-4E5E-A92D-8F5CCF076343}">
      <dgm:prSet/>
      <dgm:spPr/>
      <dgm:t>
        <a:bodyPr/>
        <a:lstStyle/>
        <a:p>
          <a:endParaRPr lang="en-DE"/>
        </a:p>
      </dgm:t>
    </dgm:pt>
    <dgm:pt modelId="{528029CA-4231-4357-8662-6AA6AB5CE8EC}">
      <dgm:prSet phldrT="[Text]" phldr="0"/>
      <dgm:spPr/>
      <dgm:t>
        <a:bodyPr/>
        <a:lstStyle/>
        <a:p>
          <a:pPr>
            <a:buNone/>
          </a:pPr>
          <a:r>
            <a:rPr lang="en-GB" dirty="0"/>
            <a:t>Convert to Mono</a:t>
          </a:r>
          <a:endParaRPr lang="en-DE" dirty="0"/>
        </a:p>
      </dgm:t>
    </dgm:pt>
    <dgm:pt modelId="{03193F5B-6A82-4A5D-BC39-717474AE4336}" type="parTrans" cxnId="{2C881631-1CC6-47E2-8DEF-069A3E68A2E5}">
      <dgm:prSet/>
      <dgm:spPr/>
      <dgm:t>
        <a:bodyPr/>
        <a:lstStyle/>
        <a:p>
          <a:endParaRPr lang="en-DE"/>
        </a:p>
      </dgm:t>
    </dgm:pt>
    <dgm:pt modelId="{F950262C-1645-4A41-9951-F275240BAEED}" type="sibTrans" cxnId="{2C881631-1CC6-47E2-8DEF-069A3E68A2E5}">
      <dgm:prSet/>
      <dgm:spPr/>
      <dgm:t>
        <a:bodyPr/>
        <a:lstStyle/>
        <a:p>
          <a:endParaRPr lang="en-DE"/>
        </a:p>
      </dgm:t>
    </dgm:pt>
    <dgm:pt modelId="{4568E446-622E-493E-A59C-D764BD14E286}">
      <dgm:prSet phldrT="[Text]" phldr="0"/>
      <dgm:spPr/>
      <dgm:t>
        <a:bodyPr/>
        <a:lstStyle/>
        <a:p>
          <a:pPr>
            <a:buNone/>
          </a:pPr>
          <a:r>
            <a:rPr lang="en-GB" b="1"/>
            <a:t>Log-Mel Spectrogram</a:t>
          </a:r>
          <a:endParaRPr lang="en-DE" dirty="0"/>
        </a:p>
      </dgm:t>
    </dgm:pt>
    <dgm:pt modelId="{30CBC228-248B-494A-AAFA-A763E89EA266}" type="parTrans" cxnId="{E7F5BD8A-F8FB-431E-9187-33D4E7988648}">
      <dgm:prSet/>
      <dgm:spPr/>
      <dgm:t>
        <a:bodyPr/>
        <a:lstStyle/>
        <a:p>
          <a:endParaRPr lang="en-DE"/>
        </a:p>
      </dgm:t>
    </dgm:pt>
    <dgm:pt modelId="{0A215D0A-0D18-422C-925F-1293BF9385B2}" type="sibTrans" cxnId="{E7F5BD8A-F8FB-431E-9187-33D4E7988648}">
      <dgm:prSet/>
      <dgm:spPr/>
      <dgm:t>
        <a:bodyPr/>
        <a:lstStyle/>
        <a:p>
          <a:endParaRPr lang="en-DE"/>
        </a:p>
      </dgm:t>
    </dgm:pt>
    <dgm:pt modelId="{7E6EF58D-3327-49A1-99FC-AAD47CC7A36D}">
      <dgm:prSet phldrT="[Text]" phldr="0"/>
      <dgm:spPr/>
      <dgm:t>
        <a:bodyPr/>
        <a:lstStyle/>
        <a:p>
          <a:pPr>
            <a:buNone/>
          </a:pPr>
          <a:r>
            <a:rPr lang="en-GB" dirty="0"/>
            <a:t>Input</a:t>
          </a:r>
          <a:r>
            <a:rPr lang="en-DE" dirty="0"/>
            <a:t> to model</a:t>
          </a:r>
        </a:p>
      </dgm:t>
    </dgm:pt>
    <dgm:pt modelId="{F058A37A-6A2C-4222-98C1-87A700CF8CEC}" type="parTrans" cxnId="{8E15CDFC-B785-4680-955B-C92DCD6884A5}">
      <dgm:prSet/>
      <dgm:spPr/>
      <dgm:t>
        <a:bodyPr/>
        <a:lstStyle/>
        <a:p>
          <a:endParaRPr lang="en-DE"/>
        </a:p>
      </dgm:t>
    </dgm:pt>
    <dgm:pt modelId="{82BA0673-3922-4854-8BAB-5A718135748C}" type="sibTrans" cxnId="{8E15CDFC-B785-4680-955B-C92DCD6884A5}">
      <dgm:prSet/>
      <dgm:spPr/>
      <dgm:t>
        <a:bodyPr/>
        <a:lstStyle/>
        <a:p>
          <a:endParaRPr lang="en-DE"/>
        </a:p>
      </dgm:t>
    </dgm:pt>
    <dgm:pt modelId="{E85D2985-D62D-48BC-BB11-36D8FDE32A84}" type="pres">
      <dgm:prSet presAssocID="{D2B0C406-AEA9-4222-87A4-D5F6BFC47D67}" presName="Name0" presStyleCnt="0">
        <dgm:presLayoutVars>
          <dgm:dir/>
          <dgm:resizeHandles val="exact"/>
        </dgm:presLayoutVars>
      </dgm:prSet>
      <dgm:spPr/>
    </dgm:pt>
    <dgm:pt modelId="{E5C5C3D1-62F8-44CB-968E-00A515A6A3F2}" type="pres">
      <dgm:prSet presAssocID="{730AFCCE-FC47-46C3-97C7-9EF1F4B13702}" presName="node" presStyleLbl="node1" presStyleIdx="0" presStyleCnt="6">
        <dgm:presLayoutVars>
          <dgm:bulletEnabled val="1"/>
        </dgm:presLayoutVars>
      </dgm:prSet>
      <dgm:spPr/>
    </dgm:pt>
    <dgm:pt modelId="{4243A7CD-C1DB-45D3-8596-DBC2C32AE113}" type="pres">
      <dgm:prSet presAssocID="{07A13422-C064-48EB-8CEE-FA2C17E60A98}" presName="sibTrans" presStyleLbl="sibTrans2D1" presStyleIdx="0" presStyleCnt="5"/>
      <dgm:spPr/>
    </dgm:pt>
    <dgm:pt modelId="{9B9C64EC-957B-41C3-B37D-69830D441254}" type="pres">
      <dgm:prSet presAssocID="{07A13422-C064-48EB-8CEE-FA2C17E60A98}" presName="connectorText" presStyleLbl="sibTrans2D1" presStyleIdx="0" presStyleCnt="5"/>
      <dgm:spPr/>
    </dgm:pt>
    <dgm:pt modelId="{BA119EEC-A76F-4394-AC3F-20F98ABFDDBE}" type="pres">
      <dgm:prSet presAssocID="{49E1423C-A9BB-42E5-99A3-0F9B36386EDB}" presName="node" presStyleLbl="node1" presStyleIdx="1" presStyleCnt="6">
        <dgm:presLayoutVars>
          <dgm:bulletEnabled val="1"/>
        </dgm:presLayoutVars>
      </dgm:prSet>
      <dgm:spPr/>
    </dgm:pt>
    <dgm:pt modelId="{C3E4D6FC-391F-4990-8CD5-78DD4EFED7F2}" type="pres">
      <dgm:prSet presAssocID="{F958039C-792F-4A67-BE44-04872AC377EB}" presName="sibTrans" presStyleLbl="sibTrans2D1" presStyleIdx="1" presStyleCnt="5"/>
      <dgm:spPr/>
    </dgm:pt>
    <dgm:pt modelId="{A81F6B54-2BA0-4602-8C8D-B2426F4B9B53}" type="pres">
      <dgm:prSet presAssocID="{F958039C-792F-4A67-BE44-04872AC377EB}" presName="connectorText" presStyleLbl="sibTrans2D1" presStyleIdx="1" presStyleCnt="5"/>
      <dgm:spPr/>
    </dgm:pt>
    <dgm:pt modelId="{96BD9F2E-8D47-49D8-8FDA-C948D98FE0E6}" type="pres">
      <dgm:prSet presAssocID="{BC263BBF-4BB9-4AAF-96CF-3405253602C0}" presName="node" presStyleLbl="node1" presStyleIdx="2" presStyleCnt="6">
        <dgm:presLayoutVars>
          <dgm:bulletEnabled val="1"/>
        </dgm:presLayoutVars>
      </dgm:prSet>
      <dgm:spPr/>
    </dgm:pt>
    <dgm:pt modelId="{4EF8EBC2-C4BE-4BE2-9058-2A78521CE519}" type="pres">
      <dgm:prSet presAssocID="{03EA26DE-9F6C-4B2C-8D16-796E3243BC33}" presName="sibTrans" presStyleLbl="sibTrans2D1" presStyleIdx="2" presStyleCnt="5"/>
      <dgm:spPr/>
    </dgm:pt>
    <dgm:pt modelId="{1FF85E56-A10F-4357-A4DC-F51315754831}" type="pres">
      <dgm:prSet presAssocID="{03EA26DE-9F6C-4B2C-8D16-796E3243BC33}" presName="connectorText" presStyleLbl="sibTrans2D1" presStyleIdx="2" presStyleCnt="5"/>
      <dgm:spPr/>
    </dgm:pt>
    <dgm:pt modelId="{2FF61513-4F3D-4C2A-902D-9C210B4DCD2C}" type="pres">
      <dgm:prSet presAssocID="{528029CA-4231-4357-8662-6AA6AB5CE8EC}" presName="node" presStyleLbl="node1" presStyleIdx="3" presStyleCnt="6">
        <dgm:presLayoutVars>
          <dgm:bulletEnabled val="1"/>
        </dgm:presLayoutVars>
      </dgm:prSet>
      <dgm:spPr/>
    </dgm:pt>
    <dgm:pt modelId="{60BC3C3B-D082-4BE1-B407-49D3A1E532D4}" type="pres">
      <dgm:prSet presAssocID="{F950262C-1645-4A41-9951-F275240BAEED}" presName="sibTrans" presStyleLbl="sibTrans2D1" presStyleIdx="3" presStyleCnt="5"/>
      <dgm:spPr/>
    </dgm:pt>
    <dgm:pt modelId="{145A7443-A7E5-412C-B2A5-B55B07174BB0}" type="pres">
      <dgm:prSet presAssocID="{F950262C-1645-4A41-9951-F275240BAEED}" presName="connectorText" presStyleLbl="sibTrans2D1" presStyleIdx="3" presStyleCnt="5"/>
      <dgm:spPr/>
    </dgm:pt>
    <dgm:pt modelId="{0B787105-22D1-485C-8FB1-525984ECF438}" type="pres">
      <dgm:prSet presAssocID="{4568E446-622E-493E-A59C-D764BD14E286}" presName="node" presStyleLbl="node1" presStyleIdx="4" presStyleCnt="6">
        <dgm:presLayoutVars>
          <dgm:bulletEnabled val="1"/>
        </dgm:presLayoutVars>
      </dgm:prSet>
      <dgm:spPr/>
    </dgm:pt>
    <dgm:pt modelId="{7F9C578D-D0A8-4F4E-816A-C5E629794B49}" type="pres">
      <dgm:prSet presAssocID="{0A215D0A-0D18-422C-925F-1293BF9385B2}" presName="sibTrans" presStyleLbl="sibTrans2D1" presStyleIdx="4" presStyleCnt="5"/>
      <dgm:spPr/>
    </dgm:pt>
    <dgm:pt modelId="{9365F0BC-B534-4ACB-8DA7-A1012A8B9EBB}" type="pres">
      <dgm:prSet presAssocID="{0A215D0A-0D18-422C-925F-1293BF9385B2}" presName="connectorText" presStyleLbl="sibTrans2D1" presStyleIdx="4" presStyleCnt="5"/>
      <dgm:spPr/>
    </dgm:pt>
    <dgm:pt modelId="{6629D8EE-589B-4485-8FD4-A84E970D8391}" type="pres">
      <dgm:prSet presAssocID="{7E6EF58D-3327-49A1-99FC-AAD47CC7A36D}" presName="node" presStyleLbl="node1" presStyleIdx="5" presStyleCnt="6">
        <dgm:presLayoutVars>
          <dgm:bulletEnabled val="1"/>
        </dgm:presLayoutVars>
      </dgm:prSet>
      <dgm:spPr/>
    </dgm:pt>
  </dgm:ptLst>
  <dgm:cxnLst>
    <dgm:cxn modelId="{AF6ACE1D-F652-4A47-BAC4-AF7FD389A97F}" type="presOf" srcId="{730AFCCE-FC47-46C3-97C7-9EF1F4B13702}" destId="{E5C5C3D1-62F8-44CB-968E-00A515A6A3F2}" srcOrd="0" destOrd="0" presId="urn:microsoft.com/office/officeart/2005/8/layout/process1"/>
    <dgm:cxn modelId="{7CF8A820-8842-435A-9AB2-02B8AF579921}" type="presOf" srcId="{0A215D0A-0D18-422C-925F-1293BF9385B2}" destId="{9365F0BC-B534-4ACB-8DA7-A1012A8B9EBB}" srcOrd="1" destOrd="0" presId="urn:microsoft.com/office/officeart/2005/8/layout/process1"/>
    <dgm:cxn modelId="{2C881631-1CC6-47E2-8DEF-069A3E68A2E5}" srcId="{D2B0C406-AEA9-4222-87A4-D5F6BFC47D67}" destId="{528029CA-4231-4357-8662-6AA6AB5CE8EC}" srcOrd="3" destOrd="0" parTransId="{03193F5B-6A82-4A5D-BC39-717474AE4336}" sibTransId="{F950262C-1645-4A41-9951-F275240BAEED}"/>
    <dgm:cxn modelId="{DAD23932-3B08-448F-9154-E31C8F1DE455}" srcId="{D2B0C406-AEA9-4222-87A4-D5F6BFC47D67}" destId="{49E1423C-A9BB-42E5-99A3-0F9B36386EDB}" srcOrd="1" destOrd="0" parTransId="{3247EBD3-0D6A-443A-BE57-78FE70217904}" sibTransId="{F958039C-792F-4A67-BE44-04872AC377EB}"/>
    <dgm:cxn modelId="{EA247B60-75DF-43D4-8E3B-1D6814258D19}" type="presOf" srcId="{49E1423C-A9BB-42E5-99A3-0F9B36386EDB}" destId="{BA119EEC-A76F-4394-AC3F-20F98ABFDDBE}" srcOrd="0" destOrd="0" presId="urn:microsoft.com/office/officeart/2005/8/layout/process1"/>
    <dgm:cxn modelId="{85650D44-8EB9-4B97-BDF6-C098BF660535}" type="presOf" srcId="{D2B0C406-AEA9-4222-87A4-D5F6BFC47D67}" destId="{E85D2985-D62D-48BC-BB11-36D8FDE32A84}" srcOrd="0" destOrd="0" presId="urn:microsoft.com/office/officeart/2005/8/layout/process1"/>
    <dgm:cxn modelId="{9C580546-11DE-4F90-9183-4F02436DC5A6}" type="presOf" srcId="{4568E446-622E-493E-A59C-D764BD14E286}" destId="{0B787105-22D1-485C-8FB1-525984ECF438}" srcOrd="0" destOrd="0" presId="urn:microsoft.com/office/officeart/2005/8/layout/process1"/>
    <dgm:cxn modelId="{579E3A67-41FC-46CE-9127-7EF8F1CAA67D}" type="presOf" srcId="{BC263BBF-4BB9-4AAF-96CF-3405253602C0}" destId="{96BD9F2E-8D47-49D8-8FDA-C948D98FE0E6}" srcOrd="0" destOrd="0" presId="urn:microsoft.com/office/officeart/2005/8/layout/process1"/>
    <dgm:cxn modelId="{A8445C4C-93B0-456A-81AC-317BE9A42069}" type="presOf" srcId="{F958039C-792F-4A67-BE44-04872AC377EB}" destId="{A81F6B54-2BA0-4602-8C8D-B2426F4B9B53}" srcOrd="1" destOrd="0" presId="urn:microsoft.com/office/officeart/2005/8/layout/process1"/>
    <dgm:cxn modelId="{59A2AA7F-FED3-4CCC-BE9E-698D6FF66EE3}" type="presOf" srcId="{528029CA-4231-4357-8662-6AA6AB5CE8EC}" destId="{2FF61513-4F3D-4C2A-902D-9C210B4DCD2C}" srcOrd="0" destOrd="0" presId="urn:microsoft.com/office/officeart/2005/8/layout/process1"/>
    <dgm:cxn modelId="{E7F5BD8A-F8FB-431E-9187-33D4E7988648}" srcId="{D2B0C406-AEA9-4222-87A4-D5F6BFC47D67}" destId="{4568E446-622E-493E-A59C-D764BD14E286}" srcOrd="4" destOrd="0" parTransId="{30CBC228-248B-494A-AAFA-A763E89EA266}" sibTransId="{0A215D0A-0D18-422C-925F-1293BF9385B2}"/>
    <dgm:cxn modelId="{5B163690-8EBE-4CD3-AEBB-4760E0CC95F0}" type="presOf" srcId="{07A13422-C064-48EB-8CEE-FA2C17E60A98}" destId="{9B9C64EC-957B-41C3-B37D-69830D441254}" srcOrd="1" destOrd="0" presId="urn:microsoft.com/office/officeart/2005/8/layout/process1"/>
    <dgm:cxn modelId="{F54F959A-52AA-44BF-BC58-5B37CDF5B486}" type="presOf" srcId="{7E6EF58D-3327-49A1-99FC-AAD47CC7A36D}" destId="{6629D8EE-589B-4485-8FD4-A84E970D8391}" srcOrd="0" destOrd="0" presId="urn:microsoft.com/office/officeart/2005/8/layout/process1"/>
    <dgm:cxn modelId="{05C1C39C-6D94-4E5E-A92D-8F5CCF076343}" srcId="{D2B0C406-AEA9-4222-87A4-D5F6BFC47D67}" destId="{BC263BBF-4BB9-4AAF-96CF-3405253602C0}" srcOrd="2" destOrd="0" parTransId="{DFEF636B-21D5-4B91-A77A-C1CB5AA1D455}" sibTransId="{03EA26DE-9F6C-4B2C-8D16-796E3243BC33}"/>
    <dgm:cxn modelId="{641AC5A0-2032-4F16-BC7E-466D8B0D64F3}" srcId="{D2B0C406-AEA9-4222-87A4-D5F6BFC47D67}" destId="{730AFCCE-FC47-46C3-97C7-9EF1F4B13702}" srcOrd="0" destOrd="0" parTransId="{67006773-0006-4922-9875-376D09ECC43A}" sibTransId="{07A13422-C064-48EB-8CEE-FA2C17E60A98}"/>
    <dgm:cxn modelId="{B13FD2A2-478A-4C13-90B0-6B5736637C55}" type="presOf" srcId="{F958039C-792F-4A67-BE44-04872AC377EB}" destId="{C3E4D6FC-391F-4990-8CD5-78DD4EFED7F2}" srcOrd="0" destOrd="0" presId="urn:microsoft.com/office/officeart/2005/8/layout/process1"/>
    <dgm:cxn modelId="{B645F7B6-D241-448B-AA04-FE457F3B69D0}" type="presOf" srcId="{0A215D0A-0D18-422C-925F-1293BF9385B2}" destId="{7F9C578D-D0A8-4F4E-816A-C5E629794B49}" srcOrd="0" destOrd="0" presId="urn:microsoft.com/office/officeart/2005/8/layout/process1"/>
    <dgm:cxn modelId="{2CD97BB9-4756-4F19-A90C-73BE854BBBDD}" type="presOf" srcId="{03EA26DE-9F6C-4B2C-8D16-796E3243BC33}" destId="{1FF85E56-A10F-4357-A4DC-F51315754831}" srcOrd="1" destOrd="0" presId="urn:microsoft.com/office/officeart/2005/8/layout/process1"/>
    <dgm:cxn modelId="{AD3D52BD-41D1-4A7B-98CF-2633BE71DAC9}" type="presOf" srcId="{03EA26DE-9F6C-4B2C-8D16-796E3243BC33}" destId="{4EF8EBC2-C4BE-4BE2-9058-2A78521CE519}" srcOrd="0" destOrd="0" presId="urn:microsoft.com/office/officeart/2005/8/layout/process1"/>
    <dgm:cxn modelId="{6C0BBBF6-D10E-4303-844A-CCE0B8414C6B}" type="presOf" srcId="{F950262C-1645-4A41-9951-F275240BAEED}" destId="{60BC3C3B-D082-4BE1-B407-49D3A1E532D4}" srcOrd="0" destOrd="0" presId="urn:microsoft.com/office/officeart/2005/8/layout/process1"/>
    <dgm:cxn modelId="{9F8A3BFA-364A-4DA8-884B-554DE1CB3678}" type="presOf" srcId="{F950262C-1645-4A41-9951-F275240BAEED}" destId="{145A7443-A7E5-412C-B2A5-B55B07174BB0}" srcOrd="1" destOrd="0" presId="urn:microsoft.com/office/officeart/2005/8/layout/process1"/>
    <dgm:cxn modelId="{8E15CDFC-B785-4680-955B-C92DCD6884A5}" srcId="{D2B0C406-AEA9-4222-87A4-D5F6BFC47D67}" destId="{7E6EF58D-3327-49A1-99FC-AAD47CC7A36D}" srcOrd="5" destOrd="0" parTransId="{F058A37A-6A2C-4222-98C1-87A700CF8CEC}" sibTransId="{82BA0673-3922-4854-8BAB-5A718135748C}"/>
    <dgm:cxn modelId="{50FD57FF-4805-4DE4-BD39-BE9DAA08C017}" type="presOf" srcId="{07A13422-C064-48EB-8CEE-FA2C17E60A98}" destId="{4243A7CD-C1DB-45D3-8596-DBC2C32AE113}" srcOrd="0" destOrd="0" presId="urn:microsoft.com/office/officeart/2005/8/layout/process1"/>
    <dgm:cxn modelId="{1B5E6173-66AA-43EC-BD47-09FCD088240C}" type="presParOf" srcId="{E85D2985-D62D-48BC-BB11-36D8FDE32A84}" destId="{E5C5C3D1-62F8-44CB-968E-00A515A6A3F2}" srcOrd="0" destOrd="0" presId="urn:microsoft.com/office/officeart/2005/8/layout/process1"/>
    <dgm:cxn modelId="{EA70F5B3-970B-4AAC-9AEB-2F6247DCDF88}" type="presParOf" srcId="{E85D2985-D62D-48BC-BB11-36D8FDE32A84}" destId="{4243A7CD-C1DB-45D3-8596-DBC2C32AE113}" srcOrd="1" destOrd="0" presId="urn:microsoft.com/office/officeart/2005/8/layout/process1"/>
    <dgm:cxn modelId="{CA6406DB-F73E-4CC0-A85C-B5B8E213554A}" type="presParOf" srcId="{4243A7CD-C1DB-45D3-8596-DBC2C32AE113}" destId="{9B9C64EC-957B-41C3-B37D-69830D441254}" srcOrd="0" destOrd="0" presId="urn:microsoft.com/office/officeart/2005/8/layout/process1"/>
    <dgm:cxn modelId="{9A950BF2-1814-4773-BDE9-11B9D66B3C68}" type="presParOf" srcId="{E85D2985-D62D-48BC-BB11-36D8FDE32A84}" destId="{BA119EEC-A76F-4394-AC3F-20F98ABFDDBE}" srcOrd="2" destOrd="0" presId="urn:microsoft.com/office/officeart/2005/8/layout/process1"/>
    <dgm:cxn modelId="{812A9B41-89BE-4EDB-B410-883B3F1DD60A}" type="presParOf" srcId="{E85D2985-D62D-48BC-BB11-36D8FDE32A84}" destId="{C3E4D6FC-391F-4990-8CD5-78DD4EFED7F2}" srcOrd="3" destOrd="0" presId="urn:microsoft.com/office/officeart/2005/8/layout/process1"/>
    <dgm:cxn modelId="{1CA877E3-744B-433A-9B52-4089161B9AA6}" type="presParOf" srcId="{C3E4D6FC-391F-4990-8CD5-78DD4EFED7F2}" destId="{A81F6B54-2BA0-4602-8C8D-B2426F4B9B53}" srcOrd="0" destOrd="0" presId="urn:microsoft.com/office/officeart/2005/8/layout/process1"/>
    <dgm:cxn modelId="{42E67F82-089C-40E9-BA87-C53796AC90CB}" type="presParOf" srcId="{E85D2985-D62D-48BC-BB11-36D8FDE32A84}" destId="{96BD9F2E-8D47-49D8-8FDA-C948D98FE0E6}" srcOrd="4" destOrd="0" presId="urn:microsoft.com/office/officeart/2005/8/layout/process1"/>
    <dgm:cxn modelId="{F2663D06-5B91-4E8C-B01B-588B4BAE64B6}" type="presParOf" srcId="{E85D2985-D62D-48BC-BB11-36D8FDE32A84}" destId="{4EF8EBC2-C4BE-4BE2-9058-2A78521CE519}" srcOrd="5" destOrd="0" presId="urn:microsoft.com/office/officeart/2005/8/layout/process1"/>
    <dgm:cxn modelId="{37C2E7C6-DA6B-410F-85B7-39F1C840F86E}" type="presParOf" srcId="{4EF8EBC2-C4BE-4BE2-9058-2A78521CE519}" destId="{1FF85E56-A10F-4357-A4DC-F51315754831}" srcOrd="0" destOrd="0" presId="urn:microsoft.com/office/officeart/2005/8/layout/process1"/>
    <dgm:cxn modelId="{73E76D04-7BF8-4A83-BA52-39AE7D100085}" type="presParOf" srcId="{E85D2985-D62D-48BC-BB11-36D8FDE32A84}" destId="{2FF61513-4F3D-4C2A-902D-9C210B4DCD2C}" srcOrd="6" destOrd="0" presId="urn:microsoft.com/office/officeart/2005/8/layout/process1"/>
    <dgm:cxn modelId="{CF65406A-E7EA-44BA-931B-B641EFEF9306}" type="presParOf" srcId="{E85D2985-D62D-48BC-BB11-36D8FDE32A84}" destId="{60BC3C3B-D082-4BE1-B407-49D3A1E532D4}" srcOrd="7" destOrd="0" presId="urn:microsoft.com/office/officeart/2005/8/layout/process1"/>
    <dgm:cxn modelId="{8A2B9F26-96A1-4051-A96F-1DA85811630C}" type="presParOf" srcId="{60BC3C3B-D082-4BE1-B407-49D3A1E532D4}" destId="{145A7443-A7E5-412C-B2A5-B55B07174BB0}" srcOrd="0" destOrd="0" presId="urn:microsoft.com/office/officeart/2005/8/layout/process1"/>
    <dgm:cxn modelId="{8C3933D9-49E8-4C37-97E4-824DD34F8452}" type="presParOf" srcId="{E85D2985-D62D-48BC-BB11-36D8FDE32A84}" destId="{0B787105-22D1-485C-8FB1-525984ECF438}" srcOrd="8" destOrd="0" presId="urn:microsoft.com/office/officeart/2005/8/layout/process1"/>
    <dgm:cxn modelId="{6DA0A8FF-8B6A-4576-B883-9EA42BF7AF64}" type="presParOf" srcId="{E85D2985-D62D-48BC-BB11-36D8FDE32A84}" destId="{7F9C578D-D0A8-4F4E-816A-C5E629794B49}" srcOrd="9" destOrd="0" presId="urn:microsoft.com/office/officeart/2005/8/layout/process1"/>
    <dgm:cxn modelId="{E76BBAD6-8B7D-4E04-B70A-94E9128FB9F3}" type="presParOf" srcId="{7F9C578D-D0A8-4F4E-816A-C5E629794B49}" destId="{9365F0BC-B534-4ACB-8DA7-A1012A8B9EBB}" srcOrd="0" destOrd="0" presId="urn:microsoft.com/office/officeart/2005/8/layout/process1"/>
    <dgm:cxn modelId="{673959CA-45E4-4D7F-892D-79FEE9906BCA}" type="presParOf" srcId="{E85D2985-D62D-48BC-BB11-36D8FDE32A84}" destId="{6629D8EE-589B-4485-8FD4-A84E970D8391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678C306-0FDB-47B8-AC81-07D97667CE9A}" type="doc">
      <dgm:prSet loTypeId="urn:microsoft.com/office/officeart/2005/8/layout/process1" loCatId="process" qsTypeId="urn:microsoft.com/office/officeart/2005/8/quickstyle/simple4" qsCatId="simple" csTypeId="urn:microsoft.com/office/officeart/2005/8/colors/accent3_2" csCatId="accent3"/>
      <dgm:spPr/>
      <dgm:t>
        <a:bodyPr/>
        <a:lstStyle/>
        <a:p>
          <a:endParaRPr lang="en-DE"/>
        </a:p>
      </dgm:t>
    </dgm:pt>
    <dgm:pt modelId="{707CBD93-783E-4C7B-8399-2FC04F7CF9AA}">
      <dgm:prSet/>
      <dgm:spPr/>
      <dgm:t>
        <a:bodyPr/>
        <a:lstStyle/>
        <a:p>
          <a:r>
            <a:rPr lang="en-GB"/>
            <a:t>Log-Mel Spectrogram </a:t>
          </a:r>
          <a:endParaRPr lang="en-DE"/>
        </a:p>
      </dgm:t>
    </dgm:pt>
    <dgm:pt modelId="{492E8828-F5D6-45D8-BEF7-B7DAF592BF3B}" type="parTrans" cxnId="{F8C16FD7-BC5B-4A0F-978C-C824CEC3C5EF}">
      <dgm:prSet/>
      <dgm:spPr/>
      <dgm:t>
        <a:bodyPr/>
        <a:lstStyle/>
        <a:p>
          <a:endParaRPr lang="en-DE"/>
        </a:p>
      </dgm:t>
    </dgm:pt>
    <dgm:pt modelId="{21061E24-577D-4B2D-8818-567AACFD98B1}" type="sibTrans" cxnId="{F8C16FD7-BC5B-4A0F-978C-C824CEC3C5EF}">
      <dgm:prSet/>
      <dgm:spPr/>
      <dgm:t>
        <a:bodyPr/>
        <a:lstStyle/>
        <a:p>
          <a:endParaRPr lang="en-DE"/>
        </a:p>
      </dgm:t>
    </dgm:pt>
    <dgm:pt modelId="{4E4F6B48-B638-49FC-A555-95446EF76ADA}">
      <dgm:prSet/>
      <dgm:spPr/>
      <dgm:t>
        <a:bodyPr/>
        <a:lstStyle/>
        <a:p>
          <a:r>
            <a:rPr lang="en-GB"/>
            <a:t>Patch Embedding </a:t>
          </a:r>
          <a:endParaRPr lang="en-DE"/>
        </a:p>
      </dgm:t>
    </dgm:pt>
    <dgm:pt modelId="{DED0B322-7115-4ED1-854C-2D6E7358F213}" type="parTrans" cxnId="{94A4A4B8-72D0-44A7-A335-6D7FB0C7D01D}">
      <dgm:prSet/>
      <dgm:spPr/>
      <dgm:t>
        <a:bodyPr/>
        <a:lstStyle/>
        <a:p>
          <a:endParaRPr lang="en-DE"/>
        </a:p>
      </dgm:t>
    </dgm:pt>
    <dgm:pt modelId="{D58B361D-9BE3-4808-A4E9-F12254393793}" type="sibTrans" cxnId="{94A4A4B8-72D0-44A7-A335-6D7FB0C7D01D}">
      <dgm:prSet/>
      <dgm:spPr/>
      <dgm:t>
        <a:bodyPr/>
        <a:lstStyle/>
        <a:p>
          <a:endParaRPr lang="en-DE"/>
        </a:p>
      </dgm:t>
    </dgm:pt>
    <dgm:pt modelId="{901082EB-7071-4A74-A913-CA4D7C88262A}">
      <dgm:prSet/>
      <dgm:spPr/>
      <dgm:t>
        <a:bodyPr/>
        <a:lstStyle/>
        <a:p>
          <a:r>
            <a:rPr lang="en-DE"/>
            <a:t>T</a:t>
          </a:r>
          <a:r>
            <a:rPr lang="en-GB"/>
            <a:t>ransformer Encoder </a:t>
          </a:r>
          <a:endParaRPr lang="en-DE"/>
        </a:p>
      </dgm:t>
    </dgm:pt>
    <dgm:pt modelId="{B9ADED84-BE2A-4D9A-A86F-A285367CC5FF}" type="parTrans" cxnId="{BBD2F90D-3E43-4D39-8BC3-5A68E3B09463}">
      <dgm:prSet/>
      <dgm:spPr/>
      <dgm:t>
        <a:bodyPr/>
        <a:lstStyle/>
        <a:p>
          <a:endParaRPr lang="en-DE"/>
        </a:p>
      </dgm:t>
    </dgm:pt>
    <dgm:pt modelId="{372E8610-F004-475A-90D0-ACF3B5E609CD}" type="sibTrans" cxnId="{BBD2F90D-3E43-4D39-8BC3-5A68E3B09463}">
      <dgm:prSet/>
      <dgm:spPr/>
      <dgm:t>
        <a:bodyPr/>
        <a:lstStyle/>
        <a:p>
          <a:endParaRPr lang="en-DE"/>
        </a:p>
      </dgm:t>
    </dgm:pt>
    <dgm:pt modelId="{7B12C6A4-69A0-4B7F-BBFD-2053009938B2}">
      <dgm:prSet/>
      <dgm:spPr/>
      <dgm:t>
        <a:bodyPr/>
        <a:lstStyle/>
        <a:p>
          <a:r>
            <a:rPr lang="en-GB"/>
            <a:t>Teacher Logits</a:t>
          </a:r>
          <a:endParaRPr lang="en-DE"/>
        </a:p>
      </dgm:t>
    </dgm:pt>
    <dgm:pt modelId="{9B32DEA7-AC00-4192-990D-7FE18DBFFD0E}" type="parTrans" cxnId="{6A08B70E-5DFA-41B4-9E08-E9BDE7587FD0}">
      <dgm:prSet/>
      <dgm:spPr/>
      <dgm:t>
        <a:bodyPr/>
        <a:lstStyle/>
        <a:p>
          <a:endParaRPr lang="en-DE"/>
        </a:p>
      </dgm:t>
    </dgm:pt>
    <dgm:pt modelId="{BFD312A3-464E-4413-A3EF-2CABA238A5FF}" type="sibTrans" cxnId="{6A08B70E-5DFA-41B4-9E08-E9BDE7587FD0}">
      <dgm:prSet/>
      <dgm:spPr/>
      <dgm:t>
        <a:bodyPr/>
        <a:lstStyle/>
        <a:p>
          <a:endParaRPr lang="en-DE"/>
        </a:p>
      </dgm:t>
    </dgm:pt>
    <dgm:pt modelId="{A47BA568-B794-47DC-8B1F-A1636DB3611E}" type="pres">
      <dgm:prSet presAssocID="{B678C306-0FDB-47B8-AC81-07D97667CE9A}" presName="Name0" presStyleCnt="0">
        <dgm:presLayoutVars>
          <dgm:dir/>
          <dgm:resizeHandles val="exact"/>
        </dgm:presLayoutVars>
      </dgm:prSet>
      <dgm:spPr/>
    </dgm:pt>
    <dgm:pt modelId="{8245F024-1592-402E-AE82-7853AB2CD60F}" type="pres">
      <dgm:prSet presAssocID="{707CBD93-783E-4C7B-8399-2FC04F7CF9AA}" presName="node" presStyleLbl="node1" presStyleIdx="0" presStyleCnt="4">
        <dgm:presLayoutVars>
          <dgm:bulletEnabled val="1"/>
        </dgm:presLayoutVars>
      </dgm:prSet>
      <dgm:spPr/>
    </dgm:pt>
    <dgm:pt modelId="{11E3C8A9-D500-4B5B-B587-99B3CE7069EC}" type="pres">
      <dgm:prSet presAssocID="{21061E24-577D-4B2D-8818-567AACFD98B1}" presName="sibTrans" presStyleLbl="sibTrans2D1" presStyleIdx="0" presStyleCnt="3"/>
      <dgm:spPr/>
    </dgm:pt>
    <dgm:pt modelId="{9652B353-D3FF-4F08-9576-66EDC50B2F42}" type="pres">
      <dgm:prSet presAssocID="{21061E24-577D-4B2D-8818-567AACFD98B1}" presName="connectorText" presStyleLbl="sibTrans2D1" presStyleIdx="0" presStyleCnt="3"/>
      <dgm:spPr/>
    </dgm:pt>
    <dgm:pt modelId="{E33FA7BF-DD9C-4452-A91E-03FC7FD174D3}" type="pres">
      <dgm:prSet presAssocID="{4E4F6B48-B638-49FC-A555-95446EF76ADA}" presName="node" presStyleLbl="node1" presStyleIdx="1" presStyleCnt="4">
        <dgm:presLayoutVars>
          <dgm:bulletEnabled val="1"/>
        </dgm:presLayoutVars>
      </dgm:prSet>
      <dgm:spPr/>
    </dgm:pt>
    <dgm:pt modelId="{026BE02C-7F77-4DD1-A63B-4A275E79F6A3}" type="pres">
      <dgm:prSet presAssocID="{D58B361D-9BE3-4808-A4E9-F12254393793}" presName="sibTrans" presStyleLbl="sibTrans2D1" presStyleIdx="1" presStyleCnt="3"/>
      <dgm:spPr/>
    </dgm:pt>
    <dgm:pt modelId="{E7C10989-2DC2-439E-843A-2628CB6655F9}" type="pres">
      <dgm:prSet presAssocID="{D58B361D-9BE3-4808-A4E9-F12254393793}" presName="connectorText" presStyleLbl="sibTrans2D1" presStyleIdx="1" presStyleCnt="3"/>
      <dgm:spPr/>
    </dgm:pt>
    <dgm:pt modelId="{6D0539FB-EBE7-4CA2-80BD-F323399C97C6}" type="pres">
      <dgm:prSet presAssocID="{901082EB-7071-4A74-A913-CA4D7C88262A}" presName="node" presStyleLbl="node1" presStyleIdx="2" presStyleCnt="4">
        <dgm:presLayoutVars>
          <dgm:bulletEnabled val="1"/>
        </dgm:presLayoutVars>
      </dgm:prSet>
      <dgm:spPr/>
    </dgm:pt>
    <dgm:pt modelId="{94D5502F-DABF-4C9A-A50E-EC23A97E5257}" type="pres">
      <dgm:prSet presAssocID="{372E8610-F004-475A-90D0-ACF3B5E609CD}" presName="sibTrans" presStyleLbl="sibTrans2D1" presStyleIdx="2" presStyleCnt="3"/>
      <dgm:spPr/>
    </dgm:pt>
    <dgm:pt modelId="{C3A0435C-CD50-4492-8078-B7410D862946}" type="pres">
      <dgm:prSet presAssocID="{372E8610-F004-475A-90D0-ACF3B5E609CD}" presName="connectorText" presStyleLbl="sibTrans2D1" presStyleIdx="2" presStyleCnt="3"/>
      <dgm:spPr/>
    </dgm:pt>
    <dgm:pt modelId="{3CE3A268-EC70-429F-AD92-5A96940CBE4C}" type="pres">
      <dgm:prSet presAssocID="{7B12C6A4-69A0-4B7F-BBFD-2053009938B2}" presName="node" presStyleLbl="node1" presStyleIdx="3" presStyleCnt="4">
        <dgm:presLayoutVars>
          <dgm:bulletEnabled val="1"/>
        </dgm:presLayoutVars>
      </dgm:prSet>
      <dgm:spPr/>
    </dgm:pt>
  </dgm:ptLst>
  <dgm:cxnLst>
    <dgm:cxn modelId="{BBD2F90D-3E43-4D39-8BC3-5A68E3B09463}" srcId="{B678C306-0FDB-47B8-AC81-07D97667CE9A}" destId="{901082EB-7071-4A74-A913-CA4D7C88262A}" srcOrd="2" destOrd="0" parTransId="{B9ADED84-BE2A-4D9A-A86F-A285367CC5FF}" sibTransId="{372E8610-F004-475A-90D0-ACF3B5E609CD}"/>
    <dgm:cxn modelId="{6A08B70E-5DFA-41B4-9E08-E9BDE7587FD0}" srcId="{B678C306-0FDB-47B8-AC81-07D97667CE9A}" destId="{7B12C6A4-69A0-4B7F-BBFD-2053009938B2}" srcOrd="3" destOrd="0" parTransId="{9B32DEA7-AC00-4192-990D-7FE18DBFFD0E}" sibTransId="{BFD312A3-464E-4413-A3EF-2CABA238A5FF}"/>
    <dgm:cxn modelId="{7BFCC017-973E-489E-9183-54FA3DB0238B}" type="presOf" srcId="{707CBD93-783E-4C7B-8399-2FC04F7CF9AA}" destId="{8245F024-1592-402E-AE82-7853AB2CD60F}" srcOrd="0" destOrd="0" presId="urn:microsoft.com/office/officeart/2005/8/layout/process1"/>
    <dgm:cxn modelId="{58DEB130-93A8-414E-BDD3-1A7328DB2E23}" type="presOf" srcId="{21061E24-577D-4B2D-8818-567AACFD98B1}" destId="{11E3C8A9-D500-4B5B-B587-99B3CE7069EC}" srcOrd="0" destOrd="0" presId="urn:microsoft.com/office/officeart/2005/8/layout/process1"/>
    <dgm:cxn modelId="{2CBA263F-0FEA-4188-AE4A-569B6DF6B242}" type="presOf" srcId="{D58B361D-9BE3-4808-A4E9-F12254393793}" destId="{026BE02C-7F77-4DD1-A63B-4A275E79F6A3}" srcOrd="0" destOrd="0" presId="urn:microsoft.com/office/officeart/2005/8/layout/process1"/>
    <dgm:cxn modelId="{C5BD9141-7BDB-44A3-97C8-AA795B24A4CD}" type="presOf" srcId="{7B12C6A4-69A0-4B7F-BBFD-2053009938B2}" destId="{3CE3A268-EC70-429F-AD92-5A96940CBE4C}" srcOrd="0" destOrd="0" presId="urn:microsoft.com/office/officeart/2005/8/layout/process1"/>
    <dgm:cxn modelId="{29FA0B6F-6362-4532-8896-0ADC41833C9D}" type="presOf" srcId="{21061E24-577D-4B2D-8818-567AACFD98B1}" destId="{9652B353-D3FF-4F08-9576-66EDC50B2F42}" srcOrd="1" destOrd="0" presId="urn:microsoft.com/office/officeart/2005/8/layout/process1"/>
    <dgm:cxn modelId="{329E5880-DB92-4058-8A59-3C03C8DB6545}" type="presOf" srcId="{D58B361D-9BE3-4808-A4E9-F12254393793}" destId="{E7C10989-2DC2-439E-843A-2628CB6655F9}" srcOrd="1" destOrd="0" presId="urn:microsoft.com/office/officeart/2005/8/layout/process1"/>
    <dgm:cxn modelId="{11FAA49E-1150-44CD-9656-FD49FE28FB42}" type="presOf" srcId="{372E8610-F004-475A-90D0-ACF3B5E609CD}" destId="{C3A0435C-CD50-4492-8078-B7410D862946}" srcOrd="1" destOrd="0" presId="urn:microsoft.com/office/officeart/2005/8/layout/process1"/>
    <dgm:cxn modelId="{4C9DBEA1-5266-4476-9B6E-BDDCBFE2C65B}" type="presOf" srcId="{901082EB-7071-4A74-A913-CA4D7C88262A}" destId="{6D0539FB-EBE7-4CA2-80BD-F323399C97C6}" srcOrd="0" destOrd="0" presId="urn:microsoft.com/office/officeart/2005/8/layout/process1"/>
    <dgm:cxn modelId="{4CD48FAD-202A-4897-B8F3-2C6776AE505F}" type="presOf" srcId="{372E8610-F004-475A-90D0-ACF3B5E609CD}" destId="{94D5502F-DABF-4C9A-A50E-EC23A97E5257}" srcOrd="0" destOrd="0" presId="urn:microsoft.com/office/officeart/2005/8/layout/process1"/>
    <dgm:cxn modelId="{94A4A4B8-72D0-44A7-A335-6D7FB0C7D01D}" srcId="{B678C306-0FDB-47B8-AC81-07D97667CE9A}" destId="{4E4F6B48-B638-49FC-A555-95446EF76ADA}" srcOrd="1" destOrd="0" parTransId="{DED0B322-7115-4ED1-854C-2D6E7358F213}" sibTransId="{D58B361D-9BE3-4808-A4E9-F12254393793}"/>
    <dgm:cxn modelId="{494F1CBB-B3EF-4D21-9B60-CD2D4ACCF091}" type="presOf" srcId="{B678C306-0FDB-47B8-AC81-07D97667CE9A}" destId="{A47BA568-B794-47DC-8B1F-A1636DB3611E}" srcOrd="0" destOrd="0" presId="urn:microsoft.com/office/officeart/2005/8/layout/process1"/>
    <dgm:cxn modelId="{F8C16FD7-BC5B-4A0F-978C-C824CEC3C5EF}" srcId="{B678C306-0FDB-47B8-AC81-07D97667CE9A}" destId="{707CBD93-783E-4C7B-8399-2FC04F7CF9AA}" srcOrd="0" destOrd="0" parTransId="{492E8828-F5D6-45D8-BEF7-B7DAF592BF3B}" sibTransId="{21061E24-577D-4B2D-8818-567AACFD98B1}"/>
    <dgm:cxn modelId="{42D184EA-1725-49DF-8A09-41D90F41E5B0}" type="presOf" srcId="{4E4F6B48-B638-49FC-A555-95446EF76ADA}" destId="{E33FA7BF-DD9C-4452-A91E-03FC7FD174D3}" srcOrd="0" destOrd="0" presId="urn:microsoft.com/office/officeart/2005/8/layout/process1"/>
    <dgm:cxn modelId="{9C29D886-8F8D-40C0-A8F0-944228ADE130}" type="presParOf" srcId="{A47BA568-B794-47DC-8B1F-A1636DB3611E}" destId="{8245F024-1592-402E-AE82-7853AB2CD60F}" srcOrd="0" destOrd="0" presId="urn:microsoft.com/office/officeart/2005/8/layout/process1"/>
    <dgm:cxn modelId="{E6F97A88-D354-4618-84A0-074A3466A275}" type="presParOf" srcId="{A47BA568-B794-47DC-8B1F-A1636DB3611E}" destId="{11E3C8A9-D500-4B5B-B587-99B3CE7069EC}" srcOrd="1" destOrd="0" presId="urn:microsoft.com/office/officeart/2005/8/layout/process1"/>
    <dgm:cxn modelId="{83133C40-55E0-4AC8-B371-0B55684F4D37}" type="presParOf" srcId="{11E3C8A9-D500-4B5B-B587-99B3CE7069EC}" destId="{9652B353-D3FF-4F08-9576-66EDC50B2F42}" srcOrd="0" destOrd="0" presId="urn:microsoft.com/office/officeart/2005/8/layout/process1"/>
    <dgm:cxn modelId="{816351D4-F75B-4B6C-B893-082A39E0B07E}" type="presParOf" srcId="{A47BA568-B794-47DC-8B1F-A1636DB3611E}" destId="{E33FA7BF-DD9C-4452-A91E-03FC7FD174D3}" srcOrd="2" destOrd="0" presId="urn:microsoft.com/office/officeart/2005/8/layout/process1"/>
    <dgm:cxn modelId="{9AA277D3-2512-4601-B904-BA961BA6C741}" type="presParOf" srcId="{A47BA568-B794-47DC-8B1F-A1636DB3611E}" destId="{026BE02C-7F77-4DD1-A63B-4A275E79F6A3}" srcOrd="3" destOrd="0" presId="urn:microsoft.com/office/officeart/2005/8/layout/process1"/>
    <dgm:cxn modelId="{0C01F325-0DD2-4195-860B-ED9E0A20924D}" type="presParOf" srcId="{026BE02C-7F77-4DD1-A63B-4A275E79F6A3}" destId="{E7C10989-2DC2-439E-843A-2628CB6655F9}" srcOrd="0" destOrd="0" presId="urn:microsoft.com/office/officeart/2005/8/layout/process1"/>
    <dgm:cxn modelId="{C51A4110-4384-4133-9C60-B82200529F3B}" type="presParOf" srcId="{A47BA568-B794-47DC-8B1F-A1636DB3611E}" destId="{6D0539FB-EBE7-4CA2-80BD-F323399C97C6}" srcOrd="4" destOrd="0" presId="urn:microsoft.com/office/officeart/2005/8/layout/process1"/>
    <dgm:cxn modelId="{D2354ACA-0A97-4783-9774-C43946BD4523}" type="presParOf" srcId="{A47BA568-B794-47DC-8B1F-A1636DB3611E}" destId="{94D5502F-DABF-4C9A-A50E-EC23A97E5257}" srcOrd="5" destOrd="0" presId="urn:microsoft.com/office/officeart/2005/8/layout/process1"/>
    <dgm:cxn modelId="{5AE4275C-3E83-49C6-8155-5BF693CC65DD}" type="presParOf" srcId="{94D5502F-DABF-4C9A-A50E-EC23A97E5257}" destId="{C3A0435C-CD50-4492-8078-B7410D862946}" srcOrd="0" destOrd="0" presId="urn:microsoft.com/office/officeart/2005/8/layout/process1"/>
    <dgm:cxn modelId="{A75D161C-2DBC-4C81-B621-DCF3618EE66F}" type="presParOf" srcId="{A47BA568-B794-47DC-8B1F-A1636DB3611E}" destId="{3CE3A268-EC70-429F-AD92-5A96940CBE4C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0F107A1-1DED-4FBB-8EAF-35C94871CC32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DE"/>
        </a:p>
      </dgm:t>
    </dgm:pt>
    <dgm:pt modelId="{61092A44-F22A-44C4-8C8D-FAE09F4EC1DA}">
      <dgm:prSet/>
      <dgm:spPr/>
      <dgm:t>
        <a:bodyPr/>
        <a:lstStyle/>
        <a:p>
          <a:r>
            <a:rPr lang="en-GB">
              <a:latin typeface="Times New Roman" panose="02020603050405020304" pitchFamily="18" charset="0"/>
              <a:cs typeface="Times New Roman" panose="02020603050405020304" pitchFamily="18" charset="0"/>
            </a:rPr>
            <a:t>Log-Mel Spectrogram</a:t>
          </a:r>
          <a:endParaRPr lang="en-DE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E440025-CAA2-4352-BBBD-63D2F6AEB550}" type="parTrans" cxnId="{61092854-8B6E-4176-A18C-EB47F17640A1}">
      <dgm:prSet/>
      <dgm:spPr/>
      <dgm:t>
        <a:bodyPr/>
        <a:lstStyle/>
        <a:p>
          <a:endParaRPr lang="en-DE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707023C-8B2C-4C49-9750-9DF3B8A00CCA}" type="sibTrans" cxnId="{61092854-8B6E-4176-A18C-EB47F17640A1}">
      <dgm:prSet/>
      <dgm:spPr/>
      <dgm:t>
        <a:bodyPr/>
        <a:lstStyle/>
        <a:p>
          <a:endParaRPr lang="en-DE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D6D6FD2-1DF5-42AD-A578-E3491E642B78}">
      <dgm:prSet/>
      <dgm:spPr/>
      <dgm:t>
        <a:bodyPr/>
        <a:lstStyle/>
        <a:p>
          <a:r>
            <a:rPr lang="en-GB">
              <a:latin typeface="Times New Roman" panose="02020603050405020304" pitchFamily="18" charset="0"/>
              <a:cs typeface="Times New Roman" panose="02020603050405020304" pitchFamily="18" charset="0"/>
            </a:rPr>
            <a:t>CNN Frontend</a:t>
          </a:r>
          <a:br>
            <a:rPr lang="en-GB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GB">
              <a:latin typeface="Times New Roman" panose="02020603050405020304" pitchFamily="18" charset="0"/>
              <a:cs typeface="Times New Roman" panose="02020603050405020304" pitchFamily="18" charset="0"/>
            </a:rPr>
            <a:t>(Conv + BN + ReLU + Pool)</a:t>
          </a:r>
          <a:br>
            <a:rPr lang="en-GB">
              <a:latin typeface="Times New Roman" panose="02020603050405020304" pitchFamily="18" charset="0"/>
              <a:cs typeface="Times New Roman" panose="02020603050405020304" pitchFamily="18" charset="0"/>
            </a:rPr>
          </a:br>
          <a:endParaRPr lang="en-DE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2B83396-A564-4519-9CAD-582C00EA15D1}" type="parTrans" cxnId="{863955A9-1520-4880-9AB7-FAAD463FC29A}">
      <dgm:prSet/>
      <dgm:spPr/>
      <dgm:t>
        <a:bodyPr/>
        <a:lstStyle/>
        <a:p>
          <a:endParaRPr lang="en-DE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ED85AEF-B1B7-4F66-90ED-60529840E36B}" type="sibTrans" cxnId="{863955A9-1520-4880-9AB7-FAAD463FC29A}">
      <dgm:prSet/>
      <dgm:spPr/>
      <dgm:t>
        <a:bodyPr/>
        <a:lstStyle/>
        <a:p>
          <a:endParaRPr lang="en-DE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7DBF258-5450-4E47-8FCD-9DDA16A829CB}">
      <dgm:prSet/>
      <dgm:spPr/>
      <dgm:t>
        <a:bodyPr/>
        <a:lstStyle/>
        <a:p>
          <a:r>
            <a:rPr lang="en-GB">
              <a:latin typeface="Times New Roman" panose="02020603050405020304" pitchFamily="18" charset="0"/>
              <a:cs typeface="Times New Roman" panose="02020603050405020304" pitchFamily="18" charset="0"/>
            </a:rPr>
            <a:t>Adaptive Avg Pool</a:t>
          </a:r>
          <a:endParaRPr lang="en-DE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BF94763-2776-4409-B570-80918BE086E0}" type="parTrans" cxnId="{7BDA386E-565C-49B9-9F78-A58A2C3568F8}">
      <dgm:prSet/>
      <dgm:spPr/>
      <dgm:t>
        <a:bodyPr/>
        <a:lstStyle/>
        <a:p>
          <a:endParaRPr lang="en-DE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2693AF3-C0C1-430A-96EC-35B1952EA2A9}" type="sibTrans" cxnId="{7BDA386E-565C-49B9-9F78-A58A2C3568F8}">
      <dgm:prSet/>
      <dgm:spPr/>
      <dgm:t>
        <a:bodyPr/>
        <a:lstStyle/>
        <a:p>
          <a:endParaRPr lang="en-DE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280C3D3-AC55-409C-9FE7-84E30D4886C2}">
      <dgm:prSet/>
      <dgm:spPr/>
      <dgm:t>
        <a:bodyPr/>
        <a:lstStyle/>
        <a:p>
          <a:r>
            <a:rPr lang="en-GB">
              <a:latin typeface="Times New Roman" panose="02020603050405020304" pitchFamily="18" charset="0"/>
              <a:cs typeface="Times New Roman" panose="02020603050405020304" pitchFamily="18" charset="0"/>
            </a:rPr>
            <a:t>Token Sequence + Positional Encoding</a:t>
          </a:r>
          <a:endParaRPr lang="en-DE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5821065-D779-4859-BE21-22971891FB5E}" type="parTrans" cxnId="{2F495F06-7D7B-447B-9EC1-C5FFC1751CE4}">
      <dgm:prSet/>
      <dgm:spPr/>
      <dgm:t>
        <a:bodyPr/>
        <a:lstStyle/>
        <a:p>
          <a:endParaRPr lang="en-DE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25052DB-E52E-48E5-B947-26F1AE02FC02}" type="sibTrans" cxnId="{2F495F06-7D7B-447B-9EC1-C5FFC1751CE4}">
      <dgm:prSet/>
      <dgm:spPr/>
      <dgm:t>
        <a:bodyPr/>
        <a:lstStyle/>
        <a:p>
          <a:endParaRPr lang="en-DE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2FDF023-1D9F-492A-ACFA-297831C9B694}">
      <dgm:prSet/>
      <dgm:spPr/>
      <dgm:t>
        <a:bodyPr/>
        <a:lstStyle/>
        <a:p>
          <a:r>
            <a:rPr lang="en-GB">
              <a:latin typeface="Times New Roman" panose="02020603050405020304" pitchFamily="18" charset="0"/>
              <a:cs typeface="Times New Roman" panose="02020603050405020304" pitchFamily="18" charset="0"/>
            </a:rPr>
            <a:t>6-Layer Transformer Encoder</a:t>
          </a:r>
          <a:endParaRPr lang="en-DE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923AF72-DF27-4DDD-A277-3F398BF16F4E}" type="parTrans" cxnId="{B57C2BBD-2FCD-46A6-B696-57F72FBC3AFF}">
      <dgm:prSet/>
      <dgm:spPr/>
      <dgm:t>
        <a:bodyPr/>
        <a:lstStyle/>
        <a:p>
          <a:endParaRPr lang="en-DE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FF64B5B-2FAD-4973-A4A3-C7632AF887D4}" type="sibTrans" cxnId="{B57C2BBD-2FCD-46A6-B696-57F72FBC3AFF}">
      <dgm:prSet/>
      <dgm:spPr/>
      <dgm:t>
        <a:bodyPr/>
        <a:lstStyle/>
        <a:p>
          <a:endParaRPr lang="en-DE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BEE46C6-9DE1-46F3-A0D3-0A1C94BCB299}">
      <dgm:prSet/>
      <dgm:spPr/>
      <dgm:t>
        <a:bodyPr/>
        <a:lstStyle/>
        <a:p>
          <a:r>
            <a:rPr lang="en-GB">
              <a:latin typeface="Times New Roman" panose="02020603050405020304" pitchFamily="18" charset="0"/>
              <a:cs typeface="Times New Roman" panose="02020603050405020304" pitchFamily="18" charset="0"/>
            </a:rPr>
            <a:t>Attention Pooling + Global Pooling</a:t>
          </a:r>
          <a:br>
            <a:rPr lang="en-GB">
              <a:latin typeface="Times New Roman" panose="02020603050405020304" pitchFamily="18" charset="0"/>
              <a:cs typeface="Times New Roman" panose="02020603050405020304" pitchFamily="18" charset="0"/>
            </a:rPr>
          </a:br>
          <a:endParaRPr lang="en-DE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43537B7-F427-49C6-BFA8-95C74D7E2A44}" type="parTrans" cxnId="{0036725B-64B7-4583-A73C-FBECFBEFC352}">
      <dgm:prSet/>
      <dgm:spPr/>
      <dgm:t>
        <a:bodyPr/>
        <a:lstStyle/>
        <a:p>
          <a:endParaRPr lang="en-DE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FF11590-274D-4436-8978-EA0A078DBC2F}" type="sibTrans" cxnId="{0036725B-64B7-4583-A73C-FBECFBEFC352}">
      <dgm:prSet/>
      <dgm:spPr/>
      <dgm:t>
        <a:bodyPr/>
        <a:lstStyle/>
        <a:p>
          <a:endParaRPr lang="en-DE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D2E18F7-022C-4202-9F22-6F540CAD693F}">
      <dgm:prSet/>
      <dgm:spPr/>
      <dgm:t>
        <a:bodyPr/>
        <a:lstStyle/>
        <a:p>
          <a:r>
            <a:rPr lang="en-GB">
              <a:latin typeface="Times New Roman" panose="02020603050405020304" pitchFamily="18" charset="0"/>
              <a:cs typeface="Times New Roman" panose="02020603050405020304" pitchFamily="18" charset="0"/>
            </a:rPr>
            <a:t>Fully Connected Classification Head</a:t>
          </a:r>
          <a:br>
            <a:rPr lang="en-GB">
              <a:latin typeface="Times New Roman" panose="02020603050405020304" pitchFamily="18" charset="0"/>
              <a:cs typeface="Times New Roman" panose="02020603050405020304" pitchFamily="18" charset="0"/>
            </a:rPr>
          </a:br>
          <a:endParaRPr lang="en-DE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A3514F5-5E2F-4F64-BE64-FD9F30E3DC01}" type="parTrans" cxnId="{1D47DD69-139C-4ED9-8BB1-BB911AE57F47}">
      <dgm:prSet/>
      <dgm:spPr/>
      <dgm:t>
        <a:bodyPr/>
        <a:lstStyle/>
        <a:p>
          <a:endParaRPr lang="en-DE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1112942-D977-4F4F-8F26-1E0B759FB428}" type="sibTrans" cxnId="{1D47DD69-139C-4ED9-8BB1-BB911AE57F47}">
      <dgm:prSet/>
      <dgm:spPr/>
      <dgm:t>
        <a:bodyPr/>
        <a:lstStyle/>
        <a:p>
          <a:endParaRPr lang="en-DE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F3F576D-81C3-4174-A1A3-80BF8A18F59F}">
      <dgm:prSet/>
      <dgm:spPr/>
      <dgm:t>
        <a:bodyPr/>
        <a:lstStyle/>
        <a:p>
          <a:r>
            <a:rPr lang="en-GB">
              <a:latin typeface="Times New Roman" panose="02020603050405020304" pitchFamily="18" charset="0"/>
              <a:cs typeface="Times New Roman" panose="02020603050405020304" pitchFamily="18" charset="0"/>
            </a:rPr>
            <a:t>Student Logits</a:t>
          </a:r>
          <a:endParaRPr lang="en-DE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301579B-E0B8-40BC-BD69-9961F40184F4}" type="parTrans" cxnId="{9D4FF854-1A14-4A9F-A07E-4847F9794DB9}">
      <dgm:prSet/>
      <dgm:spPr/>
      <dgm:t>
        <a:bodyPr/>
        <a:lstStyle/>
        <a:p>
          <a:endParaRPr lang="en-DE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5305EED-A1F5-4772-AE6F-F6C94DDAF9AF}" type="sibTrans" cxnId="{9D4FF854-1A14-4A9F-A07E-4847F9794DB9}">
      <dgm:prSet/>
      <dgm:spPr/>
      <dgm:t>
        <a:bodyPr/>
        <a:lstStyle/>
        <a:p>
          <a:endParaRPr lang="en-DE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7AE45E1-02E0-4287-BABF-37777F49A9DD}" type="pres">
      <dgm:prSet presAssocID="{90F107A1-1DED-4FBB-8EAF-35C94871CC32}" presName="Name0" presStyleCnt="0">
        <dgm:presLayoutVars>
          <dgm:dir/>
          <dgm:resizeHandles val="exact"/>
        </dgm:presLayoutVars>
      </dgm:prSet>
      <dgm:spPr/>
    </dgm:pt>
    <dgm:pt modelId="{19C7C3E1-4A49-4EF9-9486-3E9C8BA0382F}" type="pres">
      <dgm:prSet presAssocID="{61092A44-F22A-44C4-8C8D-FAE09F4EC1DA}" presName="node" presStyleLbl="node1" presStyleIdx="0" presStyleCnt="8">
        <dgm:presLayoutVars>
          <dgm:bulletEnabled val="1"/>
        </dgm:presLayoutVars>
      </dgm:prSet>
      <dgm:spPr/>
    </dgm:pt>
    <dgm:pt modelId="{0AEA8489-129C-4D2A-B39C-673F394D14C1}" type="pres">
      <dgm:prSet presAssocID="{4707023C-8B2C-4C49-9750-9DF3B8A00CCA}" presName="sibTrans" presStyleLbl="sibTrans2D1" presStyleIdx="0" presStyleCnt="7"/>
      <dgm:spPr/>
    </dgm:pt>
    <dgm:pt modelId="{EB73C6AF-1D13-4C59-AF29-57AD4B10A8EB}" type="pres">
      <dgm:prSet presAssocID="{4707023C-8B2C-4C49-9750-9DF3B8A00CCA}" presName="connectorText" presStyleLbl="sibTrans2D1" presStyleIdx="0" presStyleCnt="7"/>
      <dgm:spPr/>
    </dgm:pt>
    <dgm:pt modelId="{9F61D613-8EAF-4580-918D-6EA29833B594}" type="pres">
      <dgm:prSet presAssocID="{9D6D6FD2-1DF5-42AD-A578-E3491E642B78}" presName="node" presStyleLbl="node1" presStyleIdx="1" presStyleCnt="8">
        <dgm:presLayoutVars>
          <dgm:bulletEnabled val="1"/>
        </dgm:presLayoutVars>
      </dgm:prSet>
      <dgm:spPr/>
    </dgm:pt>
    <dgm:pt modelId="{E3546C2C-862F-4155-B752-680F4E4CF2BD}" type="pres">
      <dgm:prSet presAssocID="{0ED85AEF-B1B7-4F66-90ED-60529840E36B}" presName="sibTrans" presStyleLbl="sibTrans2D1" presStyleIdx="1" presStyleCnt="7"/>
      <dgm:spPr/>
    </dgm:pt>
    <dgm:pt modelId="{5503E4A1-9D13-4E88-9943-0C34D9938693}" type="pres">
      <dgm:prSet presAssocID="{0ED85AEF-B1B7-4F66-90ED-60529840E36B}" presName="connectorText" presStyleLbl="sibTrans2D1" presStyleIdx="1" presStyleCnt="7"/>
      <dgm:spPr/>
    </dgm:pt>
    <dgm:pt modelId="{337D92D7-55B9-45A2-B18D-F2F0C61F7694}" type="pres">
      <dgm:prSet presAssocID="{57DBF258-5450-4E47-8FCD-9DDA16A829CB}" presName="node" presStyleLbl="node1" presStyleIdx="2" presStyleCnt="8">
        <dgm:presLayoutVars>
          <dgm:bulletEnabled val="1"/>
        </dgm:presLayoutVars>
      </dgm:prSet>
      <dgm:spPr/>
    </dgm:pt>
    <dgm:pt modelId="{BBA723B0-0717-476D-96C8-57999AA5030F}" type="pres">
      <dgm:prSet presAssocID="{42693AF3-C0C1-430A-96EC-35B1952EA2A9}" presName="sibTrans" presStyleLbl="sibTrans2D1" presStyleIdx="2" presStyleCnt="7"/>
      <dgm:spPr/>
    </dgm:pt>
    <dgm:pt modelId="{E53776CD-2BB2-4A31-B34D-EA59273D73F2}" type="pres">
      <dgm:prSet presAssocID="{42693AF3-C0C1-430A-96EC-35B1952EA2A9}" presName="connectorText" presStyleLbl="sibTrans2D1" presStyleIdx="2" presStyleCnt="7"/>
      <dgm:spPr/>
    </dgm:pt>
    <dgm:pt modelId="{00D64BFC-6C92-4AF4-83A2-E4E807514FCF}" type="pres">
      <dgm:prSet presAssocID="{0280C3D3-AC55-409C-9FE7-84E30D4886C2}" presName="node" presStyleLbl="node1" presStyleIdx="3" presStyleCnt="8">
        <dgm:presLayoutVars>
          <dgm:bulletEnabled val="1"/>
        </dgm:presLayoutVars>
      </dgm:prSet>
      <dgm:spPr/>
    </dgm:pt>
    <dgm:pt modelId="{1FDE5A9E-3A7F-4DC7-BCF8-E273466DC2F8}" type="pres">
      <dgm:prSet presAssocID="{025052DB-E52E-48E5-B947-26F1AE02FC02}" presName="sibTrans" presStyleLbl="sibTrans2D1" presStyleIdx="3" presStyleCnt="7"/>
      <dgm:spPr/>
    </dgm:pt>
    <dgm:pt modelId="{A24D1CA3-DEF8-4ABF-B922-F903E53692A0}" type="pres">
      <dgm:prSet presAssocID="{025052DB-E52E-48E5-B947-26F1AE02FC02}" presName="connectorText" presStyleLbl="sibTrans2D1" presStyleIdx="3" presStyleCnt="7"/>
      <dgm:spPr/>
    </dgm:pt>
    <dgm:pt modelId="{74BF300E-9276-48D9-A703-A57DD897E1CD}" type="pres">
      <dgm:prSet presAssocID="{92FDF023-1D9F-492A-ACFA-297831C9B694}" presName="node" presStyleLbl="node1" presStyleIdx="4" presStyleCnt="8">
        <dgm:presLayoutVars>
          <dgm:bulletEnabled val="1"/>
        </dgm:presLayoutVars>
      </dgm:prSet>
      <dgm:spPr/>
    </dgm:pt>
    <dgm:pt modelId="{5D3A23A1-2799-44E5-8033-3FF1631B72E8}" type="pres">
      <dgm:prSet presAssocID="{6FF64B5B-2FAD-4973-A4A3-C7632AF887D4}" presName="sibTrans" presStyleLbl="sibTrans2D1" presStyleIdx="4" presStyleCnt="7"/>
      <dgm:spPr/>
    </dgm:pt>
    <dgm:pt modelId="{9BD59CBA-BF74-4AA3-92EF-A9334E26D2A9}" type="pres">
      <dgm:prSet presAssocID="{6FF64B5B-2FAD-4973-A4A3-C7632AF887D4}" presName="connectorText" presStyleLbl="sibTrans2D1" presStyleIdx="4" presStyleCnt="7"/>
      <dgm:spPr/>
    </dgm:pt>
    <dgm:pt modelId="{7299FF85-C6ED-4A70-AEE8-C2191D07CD18}" type="pres">
      <dgm:prSet presAssocID="{ABEE46C6-9DE1-46F3-A0D3-0A1C94BCB299}" presName="node" presStyleLbl="node1" presStyleIdx="5" presStyleCnt="8">
        <dgm:presLayoutVars>
          <dgm:bulletEnabled val="1"/>
        </dgm:presLayoutVars>
      </dgm:prSet>
      <dgm:spPr/>
    </dgm:pt>
    <dgm:pt modelId="{274C58CB-370A-4A2D-AD68-27443DEE9A88}" type="pres">
      <dgm:prSet presAssocID="{0FF11590-274D-4436-8978-EA0A078DBC2F}" presName="sibTrans" presStyleLbl="sibTrans2D1" presStyleIdx="5" presStyleCnt="7"/>
      <dgm:spPr/>
    </dgm:pt>
    <dgm:pt modelId="{60E5A73A-23D9-40E0-BB5A-0E01603D6CD3}" type="pres">
      <dgm:prSet presAssocID="{0FF11590-274D-4436-8978-EA0A078DBC2F}" presName="connectorText" presStyleLbl="sibTrans2D1" presStyleIdx="5" presStyleCnt="7"/>
      <dgm:spPr/>
    </dgm:pt>
    <dgm:pt modelId="{4BD406BC-9BE8-45AB-B81C-CDB317C6EF27}" type="pres">
      <dgm:prSet presAssocID="{2D2E18F7-022C-4202-9F22-6F540CAD693F}" presName="node" presStyleLbl="node1" presStyleIdx="6" presStyleCnt="8">
        <dgm:presLayoutVars>
          <dgm:bulletEnabled val="1"/>
        </dgm:presLayoutVars>
      </dgm:prSet>
      <dgm:spPr/>
    </dgm:pt>
    <dgm:pt modelId="{157647B2-16CC-49B6-AAA6-4B94299EA82A}" type="pres">
      <dgm:prSet presAssocID="{D1112942-D977-4F4F-8F26-1E0B759FB428}" presName="sibTrans" presStyleLbl="sibTrans2D1" presStyleIdx="6" presStyleCnt="7"/>
      <dgm:spPr/>
    </dgm:pt>
    <dgm:pt modelId="{C9B2D206-95EC-416E-A37C-4A687A16DEE9}" type="pres">
      <dgm:prSet presAssocID="{D1112942-D977-4F4F-8F26-1E0B759FB428}" presName="connectorText" presStyleLbl="sibTrans2D1" presStyleIdx="6" presStyleCnt="7"/>
      <dgm:spPr/>
    </dgm:pt>
    <dgm:pt modelId="{5D4F9AF4-DA8D-45B4-AE74-E7F7B29BAA06}" type="pres">
      <dgm:prSet presAssocID="{AF3F576D-81C3-4174-A1A3-80BF8A18F59F}" presName="node" presStyleLbl="node1" presStyleIdx="7" presStyleCnt="8">
        <dgm:presLayoutVars>
          <dgm:bulletEnabled val="1"/>
        </dgm:presLayoutVars>
      </dgm:prSet>
      <dgm:spPr/>
    </dgm:pt>
  </dgm:ptLst>
  <dgm:cxnLst>
    <dgm:cxn modelId="{2FE99A00-AC5E-431E-9677-47B04C5AC266}" type="presOf" srcId="{AF3F576D-81C3-4174-A1A3-80BF8A18F59F}" destId="{5D4F9AF4-DA8D-45B4-AE74-E7F7B29BAA06}" srcOrd="0" destOrd="0" presId="urn:microsoft.com/office/officeart/2005/8/layout/process1"/>
    <dgm:cxn modelId="{D32A3D05-83F4-4906-9042-2806C3DBF931}" type="presOf" srcId="{4707023C-8B2C-4C49-9750-9DF3B8A00CCA}" destId="{0AEA8489-129C-4D2A-B39C-673F394D14C1}" srcOrd="0" destOrd="0" presId="urn:microsoft.com/office/officeart/2005/8/layout/process1"/>
    <dgm:cxn modelId="{2F495F06-7D7B-447B-9EC1-C5FFC1751CE4}" srcId="{90F107A1-1DED-4FBB-8EAF-35C94871CC32}" destId="{0280C3D3-AC55-409C-9FE7-84E30D4886C2}" srcOrd="3" destOrd="0" parTransId="{95821065-D779-4859-BE21-22971891FB5E}" sibTransId="{025052DB-E52E-48E5-B947-26F1AE02FC02}"/>
    <dgm:cxn modelId="{C76AD80F-D6EB-4C0B-AF62-716A7726A123}" type="presOf" srcId="{6FF64B5B-2FAD-4973-A4A3-C7632AF887D4}" destId="{9BD59CBA-BF74-4AA3-92EF-A9334E26D2A9}" srcOrd="1" destOrd="0" presId="urn:microsoft.com/office/officeart/2005/8/layout/process1"/>
    <dgm:cxn modelId="{FB0FE119-0D15-4364-B5BE-0A8E7BC555BB}" type="presOf" srcId="{90F107A1-1DED-4FBB-8EAF-35C94871CC32}" destId="{27AE45E1-02E0-4287-BABF-37777F49A9DD}" srcOrd="0" destOrd="0" presId="urn:microsoft.com/office/officeart/2005/8/layout/process1"/>
    <dgm:cxn modelId="{595B421A-904A-4B64-8DB3-92A17EC69102}" type="presOf" srcId="{D1112942-D977-4F4F-8F26-1E0B759FB428}" destId="{C9B2D206-95EC-416E-A37C-4A687A16DEE9}" srcOrd="1" destOrd="0" presId="urn:microsoft.com/office/officeart/2005/8/layout/process1"/>
    <dgm:cxn modelId="{6D9BA120-66BA-4C70-8C64-1345DC68C952}" type="presOf" srcId="{D1112942-D977-4F4F-8F26-1E0B759FB428}" destId="{157647B2-16CC-49B6-AAA6-4B94299EA82A}" srcOrd="0" destOrd="0" presId="urn:microsoft.com/office/officeart/2005/8/layout/process1"/>
    <dgm:cxn modelId="{0036725B-64B7-4583-A73C-FBECFBEFC352}" srcId="{90F107A1-1DED-4FBB-8EAF-35C94871CC32}" destId="{ABEE46C6-9DE1-46F3-A0D3-0A1C94BCB299}" srcOrd="5" destOrd="0" parTransId="{643537B7-F427-49C6-BFA8-95C74D7E2A44}" sibTransId="{0FF11590-274D-4436-8978-EA0A078DBC2F}"/>
    <dgm:cxn modelId="{F290765B-1E8D-4863-9948-D184389DCD23}" type="presOf" srcId="{92FDF023-1D9F-492A-ACFA-297831C9B694}" destId="{74BF300E-9276-48D9-A703-A57DD897E1CD}" srcOrd="0" destOrd="0" presId="urn:microsoft.com/office/officeart/2005/8/layout/process1"/>
    <dgm:cxn modelId="{AE84A965-2E3E-44AF-933C-8D47890FA154}" type="presOf" srcId="{42693AF3-C0C1-430A-96EC-35B1952EA2A9}" destId="{E53776CD-2BB2-4A31-B34D-EA59273D73F2}" srcOrd="1" destOrd="0" presId="urn:microsoft.com/office/officeart/2005/8/layout/process1"/>
    <dgm:cxn modelId="{463AC946-52EA-485E-8200-935560117AD2}" type="presOf" srcId="{0280C3D3-AC55-409C-9FE7-84E30D4886C2}" destId="{00D64BFC-6C92-4AF4-83A2-E4E807514FCF}" srcOrd="0" destOrd="0" presId="urn:microsoft.com/office/officeart/2005/8/layout/process1"/>
    <dgm:cxn modelId="{1D47DD69-139C-4ED9-8BB1-BB911AE57F47}" srcId="{90F107A1-1DED-4FBB-8EAF-35C94871CC32}" destId="{2D2E18F7-022C-4202-9F22-6F540CAD693F}" srcOrd="6" destOrd="0" parTransId="{AA3514F5-5E2F-4F64-BE64-FD9F30E3DC01}" sibTransId="{D1112942-D977-4F4F-8F26-1E0B759FB428}"/>
    <dgm:cxn modelId="{7BDA386E-565C-49B9-9F78-A58A2C3568F8}" srcId="{90F107A1-1DED-4FBB-8EAF-35C94871CC32}" destId="{57DBF258-5450-4E47-8FCD-9DDA16A829CB}" srcOrd="2" destOrd="0" parTransId="{2BF94763-2776-4409-B570-80918BE086E0}" sibTransId="{42693AF3-C0C1-430A-96EC-35B1952EA2A9}"/>
    <dgm:cxn modelId="{9FE9856E-8E74-498D-863A-151BEB217891}" type="presOf" srcId="{0ED85AEF-B1B7-4F66-90ED-60529840E36B}" destId="{E3546C2C-862F-4155-B752-680F4E4CF2BD}" srcOrd="0" destOrd="0" presId="urn:microsoft.com/office/officeart/2005/8/layout/process1"/>
    <dgm:cxn modelId="{ED23CE6F-02F9-42F4-BA92-81FECEDD6D3D}" type="presOf" srcId="{0FF11590-274D-4436-8978-EA0A078DBC2F}" destId="{274C58CB-370A-4A2D-AD68-27443DEE9A88}" srcOrd="0" destOrd="0" presId="urn:microsoft.com/office/officeart/2005/8/layout/process1"/>
    <dgm:cxn modelId="{FFBCDC52-C8AE-439C-ACFC-AEDD66EF4937}" type="presOf" srcId="{2D2E18F7-022C-4202-9F22-6F540CAD693F}" destId="{4BD406BC-9BE8-45AB-B81C-CDB317C6EF27}" srcOrd="0" destOrd="0" presId="urn:microsoft.com/office/officeart/2005/8/layout/process1"/>
    <dgm:cxn modelId="{F06F2B53-451A-4A18-939E-38199A496CC3}" type="presOf" srcId="{42693AF3-C0C1-430A-96EC-35B1952EA2A9}" destId="{BBA723B0-0717-476D-96C8-57999AA5030F}" srcOrd="0" destOrd="0" presId="urn:microsoft.com/office/officeart/2005/8/layout/process1"/>
    <dgm:cxn modelId="{61092854-8B6E-4176-A18C-EB47F17640A1}" srcId="{90F107A1-1DED-4FBB-8EAF-35C94871CC32}" destId="{61092A44-F22A-44C4-8C8D-FAE09F4EC1DA}" srcOrd="0" destOrd="0" parTransId="{CE440025-CAA2-4352-BBBD-63D2F6AEB550}" sibTransId="{4707023C-8B2C-4C49-9750-9DF3B8A00CCA}"/>
    <dgm:cxn modelId="{9D4FF854-1A14-4A9F-A07E-4847F9794DB9}" srcId="{90F107A1-1DED-4FBB-8EAF-35C94871CC32}" destId="{AF3F576D-81C3-4174-A1A3-80BF8A18F59F}" srcOrd="7" destOrd="0" parTransId="{B301579B-E0B8-40BC-BD69-9961F40184F4}" sibTransId="{D5305EED-A1F5-4772-AE6F-F6C94DDAF9AF}"/>
    <dgm:cxn modelId="{E2709B82-A0C4-4D0D-8737-EA72822734BD}" type="presOf" srcId="{ABEE46C6-9DE1-46F3-A0D3-0A1C94BCB299}" destId="{7299FF85-C6ED-4A70-AEE8-C2191D07CD18}" srcOrd="0" destOrd="0" presId="urn:microsoft.com/office/officeart/2005/8/layout/process1"/>
    <dgm:cxn modelId="{B81C5783-0D04-4CC9-B0CB-FA1F8A754A58}" type="presOf" srcId="{0FF11590-274D-4436-8978-EA0A078DBC2F}" destId="{60E5A73A-23D9-40E0-BB5A-0E01603D6CD3}" srcOrd="1" destOrd="0" presId="urn:microsoft.com/office/officeart/2005/8/layout/process1"/>
    <dgm:cxn modelId="{4C027A95-0F00-4188-B17A-FF6A73DDCB7A}" type="presOf" srcId="{0ED85AEF-B1B7-4F66-90ED-60529840E36B}" destId="{5503E4A1-9D13-4E88-9943-0C34D9938693}" srcOrd="1" destOrd="0" presId="urn:microsoft.com/office/officeart/2005/8/layout/process1"/>
    <dgm:cxn modelId="{83FD429C-78EF-4FD9-8417-6D3140988C6D}" type="presOf" srcId="{61092A44-F22A-44C4-8C8D-FAE09F4EC1DA}" destId="{19C7C3E1-4A49-4EF9-9486-3E9C8BA0382F}" srcOrd="0" destOrd="0" presId="urn:microsoft.com/office/officeart/2005/8/layout/process1"/>
    <dgm:cxn modelId="{6D41AAA3-9960-4F4A-83BA-99F525803DEB}" type="presOf" srcId="{57DBF258-5450-4E47-8FCD-9DDA16A829CB}" destId="{337D92D7-55B9-45A2-B18D-F2F0C61F7694}" srcOrd="0" destOrd="0" presId="urn:microsoft.com/office/officeart/2005/8/layout/process1"/>
    <dgm:cxn modelId="{863955A9-1520-4880-9AB7-FAAD463FC29A}" srcId="{90F107A1-1DED-4FBB-8EAF-35C94871CC32}" destId="{9D6D6FD2-1DF5-42AD-A578-E3491E642B78}" srcOrd="1" destOrd="0" parTransId="{52B83396-A564-4519-9CAD-582C00EA15D1}" sibTransId="{0ED85AEF-B1B7-4F66-90ED-60529840E36B}"/>
    <dgm:cxn modelId="{B57C2BBD-2FCD-46A6-B696-57F72FBC3AFF}" srcId="{90F107A1-1DED-4FBB-8EAF-35C94871CC32}" destId="{92FDF023-1D9F-492A-ACFA-297831C9B694}" srcOrd="4" destOrd="0" parTransId="{9923AF72-DF27-4DDD-A277-3F398BF16F4E}" sibTransId="{6FF64B5B-2FAD-4973-A4A3-C7632AF887D4}"/>
    <dgm:cxn modelId="{3543F8C2-DC70-46DE-A9C5-188AA2308B97}" type="presOf" srcId="{6FF64B5B-2FAD-4973-A4A3-C7632AF887D4}" destId="{5D3A23A1-2799-44E5-8033-3FF1631B72E8}" srcOrd="0" destOrd="0" presId="urn:microsoft.com/office/officeart/2005/8/layout/process1"/>
    <dgm:cxn modelId="{7377A5C3-1E6D-4297-86AA-79AA95253917}" type="presOf" srcId="{025052DB-E52E-48E5-B947-26F1AE02FC02}" destId="{1FDE5A9E-3A7F-4DC7-BCF8-E273466DC2F8}" srcOrd="0" destOrd="0" presId="urn:microsoft.com/office/officeart/2005/8/layout/process1"/>
    <dgm:cxn modelId="{9B128AD7-889A-4656-A566-6CD33D230B73}" type="presOf" srcId="{025052DB-E52E-48E5-B947-26F1AE02FC02}" destId="{A24D1CA3-DEF8-4ABF-B922-F903E53692A0}" srcOrd="1" destOrd="0" presId="urn:microsoft.com/office/officeart/2005/8/layout/process1"/>
    <dgm:cxn modelId="{6F3135DC-D20C-4E07-8D35-8DB3FD29FD4E}" type="presOf" srcId="{9D6D6FD2-1DF5-42AD-A578-E3491E642B78}" destId="{9F61D613-8EAF-4580-918D-6EA29833B594}" srcOrd="0" destOrd="0" presId="urn:microsoft.com/office/officeart/2005/8/layout/process1"/>
    <dgm:cxn modelId="{AF9B77DE-D8F7-41EE-A39C-3125BADA1146}" type="presOf" srcId="{4707023C-8B2C-4C49-9750-9DF3B8A00CCA}" destId="{EB73C6AF-1D13-4C59-AF29-57AD4B10A8EB}" srcOrd="1" destOrd="0" presId="urn:microsoft.com/office/officeart/2005/8/layout/process1"/>
    <dgm:cxn modelId="{C6A6624C-FF6B-4150-B095-4B82DAFD6EE7}" type="presParOf" srcId="{27AE45E1-02E0-4287-BABF-37777F49A9DD}" destId="{19C7C3E1-4A49-4EF9-9486-3E9C8BA0382F}" srcOrd="0" destOrd="0" presId="urn:microsoft.com/office/officeart/2005/8/layout/process1"/>
    <dgm:cxn modelId="{61EEA0A3-066A-40FB-B865-B28FE4734584}" type="presParOf" srcId="{27AE45E1-02E0-4287-BABF-37777F49A9DD}" destId="{0AEA8489-129C-4D2A-B39C-673F394D14C1}" srcOrd="1" destOrd="0" presId="urn:microsoft.com/office/officeart/2005/8/layout/process1"/>
    <dgm:cxn modelId="{8D705FE9-B801-4CBA-8B77-E0F4A2CAC73F}" type="presParOf" srcId="{0AEA8489-129C-4D2A-B39C-673F394D14C1}" destId="{EB73C6AF-1D13-4C59-AF29-57AD4B10A8EB}" srcOrd="0" destOrd="0" presId="urn:microsoft.com/office/officeart/2005/8/layout/process1"/>
    <dgm:cxn modelId="{727FAA52-8205-412D-A7A4-AC73CDA841B7}" type="presParOf" srcId="{27AE45E1-02E0-4287-BABF-37777F49A9DD}" destId="{9F61D613-8EAF-4580-918D-6EA29833B594}" srcOrd="2" destOrd="0" presId="urn:microsoft.com/office/officeart/2005/8/layout/process1"/>
    <dgm:cxn modelId="{4210EFD8-7218-426B-BF05-FE0CFB5DA7EE}" type="presParOf" srcId="{27AE45E1-02E0-4287-BABF-37777F49A9DD}" destId="{E3546C2C-862F-4155-B752-680F4E4CF2BD}" srcOrd="3" destOrd="0" presId="urn:microsoft.com/office/officeart/2005/8/layout/process1"/>
    <dgm:cxn modelId="{8CED9E72-BDA5-4D46-8C5D-6617722B2B43}" type="presParOf" srcId="{E3546C2C-862F-4155-B752-680F4E4CF2BD}" destId="{5503E4A1-9D13-4E88-9943-0C34D9938693}" srcOrd="0" destOrd="0" presId="urn:microsoft.com/office/officeart/2005/8/layout/process1"/>
    <dgm:cxn modelId="{E85DA6B7-8501-42FC-A50A-3D46613C58B5}" type="presParOf" srcId="{27AE45E1-02E0-4287-BABF-37777F49A9DD}" destId="{337D92D7-55B9-45A2-B18D-F2F0C61F7694}" srcOrd="4" destOrd="0" presId="urn:microsoft.com/office/officeart/2005/8/layout/process1"/>
    <dgm:cxn modelId="{D867F3D1-C7F9-49D0-9075-4F03B266E140}" type="presParOf" srcId="{27AE45E1-02E0-4287-BABF-37777F49A9DD}" destId="{BBA723B0-0717-476D-96C8-57999AA5030F}" srcOrd="5" destOrd="0" presId="urn:microsoft.com/office/officeart/2005/8/layout/process1"/>
    <dgm:cxn modelId="{37757330-5A46-4B80-9DF7-5D1173463AA2}" type="presParOf" srcId="{BBA723B0-0717-476D-96C8-57999AA5030F}" destId="{E53776CD-2BB2-4A31-B34D-EA59273D73F2}" srcOrd="0" destOrd="0" presId="urn:microsoft.com/office/officeart/2005/8/layout/process1"/>
    <dgm:cxn modelId="{420C2CF8-6494-48BB-AA72-541B0942E265}" type="presParOf" srcId="{27AE45E1-02E0-4287-BABF-37777F49A9DD}" destId="{00D64BFC-6C92-4AF4-83A2-E4E807514FCF}" srcOrd="6" destOrd="0" presId="urn:microsoft.com/office/officeart/2005/8/layout/process1"/>
    <dgm:cxn modelId="{CB277427-A475-4AEF-9238-2CD72A30A80A}" type="presParOf" srcId="{27AE45E1-02E0-4287-BABF-37777F49A9DD}" destId="{1FDE5A9E-3A7F-4DC7-BCF8-E273466DC2F8}" srcOrd="7" destOrd="0" presId="urn:microsoft.com/office/officeart/2005/8/layout/process1"/>
    <dgm:cxn modelId="{FA95555A-9290-4B59-B79E-5B4DD43D9E56}" type="presParOf" srcId="{1FDE5A9E-3A7F-4DC7-BCF8-E273466DC2F8}" destId="{A24D1CA3-DEF8-4ABF-B922-F903E53692A0}" srcOrd="0" destOrd="0" presId="urn:microsoft.com/office/officeart/2005/8/layout/process1"/>
    <dgm:cxn modelId="{E6B0D1C3-2C48-4587-AAD4-52F01092B9E7}" type="presParOf" srcId="{27AE45E1-02E0-4287-BABF-37777F49A9DD}" destId="{74BF300E-9276-48D9-A703-A57DD897E1CD}" srcOrd="8" destOrd="0" presId="urn:microsoft.com/office/officeart/2005/8/layout/process1"/>
    <dgm:cxn modelId="{3794062A-0D9D-4D71-AEE0-A8D39703BC5C}" type="presParOf" srcId="{27AE45E1-02E0-4287-BABF-37777F49A9DD}" destId="{5D3A23A1-2799-44E5-8033-3FF1631B72E8}" srcOrd="9" destOrd="0" presId="urn:microsoft.com/office/officeart/2005/8/layout/process1"/>
    <dgm:cxn modelId="{1075F270-ACA3-47E7-B1FE-9EA734CC1A71}" type="presParOf" srcId="{5D3A23A1-2799-44E5-8033-3FF1631B72E8}" destId="{9BD59CBA-BF74-4AA3-92EF-A9334E26D2A9}" srcOrd="0" destOrd="0" presId="urn:microsoft.com/office/officeart/2005/8/layout/process1"/>
    <dgm:cxn modelId="{EFBCAAE3-157D-4259-83E9-7AB90F019880}" type="presParOf" srcId="{27AE45E1-02E0-4287-BABF-37777F49A9DD}" destId="{7299FF85-C6ED-4A70-AEE8-C2191D07CD18}" srcOrd="10" destOrd="0" presId="urn:microsoft.com/office/officeart/2005/8/layout/process1"/>
    <dgm:cxn modelId="{69854FEC-EA1D-4647-A3BD-A75C29963B6F}" type="presParOf" srcId="{27AE45E1-02E0-4287-BABF-37777F49A9DD}" destId="{274C58CB-370A-4A2D-AD68-27443DEE9A88}" srcOrd="11" destOrd="0" presId="urn:microsoft.com/office/officeart/2005/8/layout/process1"/>
    <dgm:cxn modelId="{956C957D-771A-40C4-A9FB-53A32B77D757}" type="presParOf" srcId="{274C58CB-370A-4A2D-AD68-27443DEE9A88}" destId="{60E5A73A-23D9-40E0-BB5A-0E01603D6CD3}" srcOrd="0" destOrd="0" presId="urn:microsoft.com/office/officeart/2005/8/layout/process1"/>
    <dgm:cxn modelId="{6D18FDDF-E971-4ADD-87E1-A649AC488720}" type="presParOf" srcId="{27AE45E1-02E0-4287-BABF-37777F49A9DD}" destId="{4BD406BC-9BE8-45AB-B81C-CDB317C6EF27}" srcOrd="12" destOrd="0" presId="urn:microsoft.com/office/officeart/2005/8/layout/process1"/>
    <dgm:cxn modelId="{374C4145-ED93-4530-9C3A-3435066BB363}" type="presParOf" srcId="{27AE45E1-02E0-4287-BABF-37777F49A9DD}" destId="{157647B2-16CC-49B6-AAA6-4B94299EA82A}" srcOrd="13" destOrd="0" presId="urn:microsoft.com/office/officeart/2005/8/layout/process1"/>
    <dgm:cxn modelId="{3E04E495-CAF5-4C79-94E5-F1D6E842FEE4}" type="presParOf" srcId="{157647B2-16CC-49B6-AAA6-4B94299EA82A}" destId="{C9B2D206-95EC-416E-A37C-4A687A16DEE9}" srcOrd="0" destOrd="0" presId="urn:microsoft.com/office/officeart/2005/8/layout/process1"/>
    <dgm:cxn modelId="{B4C5594C-D0B0-473D-9A79-A46AAC447BE4}" type="presParOf" srcId="{27AE45E1-02E0-4287-BABF-37777F49A9DD}" destId="{5D4F9AF4-DA8D-45B4-AE74-E7F7B29BAA06}" srcOrd="1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C5C3D1-62F8-44CB-968E-00A515A6A3F2}">
      <dsp:nvSpPr>
        <dsp:cNvPr id="0" name=""/>
        <dsp:cNvSpPr/>
      </dsp:nvSpPr>
      <dsp:spPr>
        <a:xfrm>
          <a:off x="0" y="1157141"/>
          <a:ext cx="802459" cy="4814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/>
            <a:t>Raw Audio</a:t>
          </a:r>
          <a:endParaRPr lang="en-DE" sz="900" kern="1200" dirty="0"/>
        </a:p>
      </dsp:txBody>
      <dsp:txXfrm>
        <a:off x="14102" y="1171243"/>
        <a:ext cx="774255" cy="453271"/>
      </dsp:txXfrm>
    </dsp:sp>
    <dsp:sp modelId="{4243A7CD-C1DB-45D3-8596-DBC2C32AE113}">
      <dsp:nvSpPr>
        <dsp:cNvPr id="0" name=""/>
        <dsp:cNvSpPr/>
      </dsp:nvSpPr>
      <dsp:spPr>
        <a:xfrm>
          <a:off x="882705" y="1298374"/>
          <a:ext cx="170121" cy="19900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DE" sz="800" kern="1200"/>
        </a:p>
      </dsp:txBody>
      <dsp:txXfrm>
        <a:off x="882705" y="1338176"/>
        <a:ext cx="119085" cy="119405"/>
      </dsp:txXfrm>
    </dsp:sp>
    <dsp:sp modelId="{BA119EEC-A76F-4394-AC3F-20F98ABFDDBE}">
      <dsp:nvSpPr>
        <dsp:cNvPr id="0" name=""/>
        <dsp:cNvSpPr/>
      </dsp:nvSpPr>
      <dsp:spPr>
        <a:xfrm>
          <a:off x="1123443" y="1157141"/>
          <a:ext cx="802459" cy="4814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/>
            <a:t>Resample to 16 kHz</a:t>
          </a:r>
          <a:endParaRPr lang="en-DE" sz="900" kern="1200" dirty="0"/>
        </a:p>
      </dsp:txBody>
      <dsp:txXfrm>
        <a:off x="1137545" y="1171243"/>
        <a:ext cx="774255" cy="453271"/>
      </dsp:txXfrm>
    </dsp:sp>
    <dsp:sp modelId="{C3E4D6FC-391F-4990-8CD5-78DD4EFED7F2}">
      <dsp:nvSpPr>
        <dsp:cNvPr id="0" name=""/>
        <dsp:cNvSpPr/>
      </dsp:nvSpPr>
      <dsp:spPr>
        <a:xfrm>
          <a:off x="2006148" y="1298374"/>
          <a:ext cx="170121" cy="19900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DE" sz="800" kern="1200"/>
        </a:p>
      </dsp:txBody>
      <dsp:txXfrm>
        <a:off x="2006148" y="1338176"/>
        <a:ext cx="119085" cy="119405"/>
      </dsp:txXfrm>
    </dsp:sp>
    <dsp:sp modelId="{96BD9F2E-8D47-49D8-8FDA-C948D98FE0E6}">
      <dsp:nvSpPr>
        <dsp:cNvPr id="0" name=""/>
        <dsp:cNvSpPr/>
      </dsp:nvSpPr>
      <dsp:spPr>
        <a:xfrm>
          <a:off x="2246886" y="1157141"/>
          <a:ext cx="802459" cy="4814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/>
            <a:t>Convert to Mono</a:t>
          </a:r>
          <a:endParaRPr lang="en-DE" sz="900" kern="1200" dirty="0"/>
        </a:p>
      </dsp:txBody>
      <dsp:txXfrm>
        <a:off x="2260988" y="1171243"/>
        <a:ext cx="774255" cy="453271"/>
      </dsp:txXfrm>
    </dsp:sp>
    <dsp:sp modelId="{4EF8EBC2-C4BE-4BE2-9058-2A78521CE519}">
      <dsp:nvSpPr>
        <dsp:cNvPr id="0" name=""/>
        <dsp:cNvSpPr/>
      </dsp:nvSpPr>
      <dsp:spPr>
        <a:xfrm>
          <a:off x="3129592" y="1298374"/>
          <a:ext cx="170121" cy="19900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DE" sz="800" kern="1200"/>
        </a:p>
      </dsp:txBody>
      <dsp:txXfrm>
        <a:off x="3129592" y="1338176"/>
        <a:ext cx="119085" cy="119405"/>
      </dsp:txXfrm>
    </dsp:sp>
    <dsp:sp modelId="{2FF61513-4F3D-4C2A-902D-9C210B4DCD2C}">
      <dsp:nvSpPr>
        <dsp:cNvPr id="0" name=""/>
        <dsp:cNvSpPr/>
      </dsp:nvSpPr>
      <dsp:spPr>
        <a:xfrm>
          <a:off x="3370329" y="1157141"/>
          <a:ext cx="802459" cy="4814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/>
            <a:t>Convert to Mono</a:t>
          </a:r>
          <a:endParaRPr lang="en-DE" sz="900" kern="1200" dirty="0"/>
        </a:p>
      </dsp:txBody>
      <dsp:txXfrm>
        <a:off x="3384431" y="1171243"/>
        <a:ext cx="774255" cy="453271"/>
      </dsp:txXfrm>
    </dsp:sp>
    <dsp:sp modelId="{60BC3C3B-D082-4BE1-B407-49D3A1E532D4}">
      <dsp:nvSpPr>
        <dsp:cNvPr id="0" name=""/>
        <dsp:cNvSpPr/>
      </dsp:nvSpPr>
      <dsp:spPr>
        <a:xfrm>
          <a:off x="4253035" y="1298374"/>
          <a:ext cx="170121" cy="19900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DE" sz="800" kern="1200"/>
        </a:p>
      </dsp:txBody>
      <dsp:txXfrm>
        <a:off x="4253035" y="1338176"/>
        <a:ext cx="119085" cy="119405"/>
      </dsp:txXfrm>
    </dsp:sp>
    <dsp:sp modelId="{0B787105-22D1-485C-8FB1-525984ECF438}">
      <dsp:nvSpPr>
        <dsp:cNvPr id="0" name=""/>
        <dsp:cNvSpPr/>
      </dsp:nvSpPr>
      <dsp:spPr>
        <a:xfrm>
          <a:off x="4493773" y="1157141"/>
          <a:ext cx="802459" cy="4814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b="1" kern="1200"/>
            <a:t>Log-Mel Spectrogram</a:t>
          </a:r>
          <a:endParaRPr lang="en-DE" sz="900" kern="1200" dirty="0"/>
        </a:p>
      </dsp:txBody>
      <dsp:txXfrm>
        <a:off x="4507875" y="1171243"/>
        <a:ext cx="774255" cy="453271"/>
      </dsp:txXfrm>
    </dsp:sp>
    <dsp:sp modelId="{7F9C578D-D0A8-4F4E-816A-C5E629794B49}">
      <dsp:nvSpPr>
        <dsp:cNvPr id="0" name=""/>
        <dsp:cNvSpPr/>
      </dsp:nvSpPr>
      <dsp:spPr>
        <a:xfrm>
          <a:off x="5376478" y="1298374"/>
          <a:ext cx="170121" cy="19900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DE" sz="800" kern="1200"/>
        </a:p>
      </dsp:txBody>
      <dsp:txXfrm>
        <a:off x="5376478" y="1338176"/>
        <a:ext cx="119085" cy="119405"/>
      </dsp:txXfrm>
    </dsp:sp>
    <dsp:sp modelId="{6629D8EE-589B-4485-8FD4-A84E970D8391}">
      <dsp:nvSpPr>
        <dsp:cNvPr id="0" name=""/>
        <dsp:cNvSpPr/>
      </dsp:nvSpPr>
      <dsp:spPr>
        <a:xfrm>
          <a:off x="5617216" y="1157141"/>
          <a:ext cx="802459" cy="4814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/>
            <a:t>Input</a:t>
          </a:r>
          <a:r>
            <a:rPr lang="en-DE" sz="900" kern="1200" dirty="0"/>
            <a:t> to model</a:t>
          </a:r>
        </a:p>
      </dsp:txBody>
      <dsp:txXfrm>
        <a:off x="5631318" y="1171243"/>
        <a:ext cx="774255" cy="45327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45F024-1592-402E-AE82-7853AB2CD60F}">
      <dsp:nvSpPr>
        <dsp:cNvPr id="0" name=""/>
        <dsp:cNvSpPr/>
      </dsp:nvSpPr>
      <dsp:spPr>
        <a:xfrm>
          <a:off x="2117" y="1497626"/>
          <a:ext cx="925894" cy="55553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Log-Mel Spectrogram </a:t>
          </a:r>
          <a:endParaRPr lang="en-DE" sz="1100" kern="1200"/>
        </a:p>
      </dsp:txBody>
      <dsp:txXfrm>
        <a:off x="18388" y="1513897"/>
        <a:ext cx="893352" cy="522994"/>
      </dsp:txXfrm>
    </dsp:sp>
    <dsp:sp modelId="{11E3C8A9-D500-4B5B-B587-99B3CE7069EC}">
      <dsp:nvSpPr>
        <dsp:cNvPr id="0" name=""/>
        <dsp:cNvSpPr/>
      </dsp:nvSpPr>
      <dsp:spPr>
        <a:xfrm>
          <a:off x="1020601" y="1660583"/>
          <a:ext cx="196289" cy="22962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DE" sz="900" kern="1200"/>
        </a:p>
      </dsp:txBody>
      <dsp:txXfrm>
        <a:off x="1020601" y="1706507"/>
        <a:ext cx="137402" cy="137773"/>
      </dsp:txXfrm>
    </dsp:sp>
    <dsp:sp modelId="{E33FA7BF-DD9C-4452-A91E-03FC7FD174D3}">
      <dsp:nvSpPr>
        <dsp:cNvPr id="0" name=""/>
        <dsp:cNvSpPr/>
      </dsp:nvSpPr>
      <dsp:spPr>
        <a:xfrm>
          <a:off x="1298370" y="1497626"/>
          <a:ext cx="925894" cy="55553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Patch Embedding </a:t>
          </a:r>
          <a:endParaRPr lang="en-DE" sz="1100" kern="1200"/>
        </a:p>
      </dsp:txBody>
      <dsp:txXfrm>
        <a:off x="1314641" y="1513897"/>
        <a:ext cx="893352" cy="522994"/>
      </dsp:txXfrm>
    </dsp:sp>
    <dsp:sp modelId="{026BE02C-7F77-4DD1-A63B-4A275E79F6A3}">
      <dsp:nvSpPr>
        <dsp:cNvPr id="0" name=""/>
        <dsp:cNvSpPr/>
      </dsp:nvSpPr>
      <dsp:spPr>
        <a:xfrm>
          <a:off x="2316854" y="1660583"/>
          <a:ext cx="196289" cy="22962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DE" sz="900" kern="1200"/>
        </a:p>
      </dsp:txBody>
      <dsp:txXfrm>
        <a:off x="2316854" y="1706507"/>
        <a:ext cx="137402" cy="137773"/>
      </dsp:txXfrm>
    </dsp:sp>
    <dsp:sp modelId="{6D0539FB-EBE7-4CA2-80BD-F323399C97C6}">
      <dsp:nvSpPr>
        <dsp:cNvPr id="0" name=""/>
        <dsp:cNvSpPr/>
      </dsp:nvSpPr>
      <dsp:spPr>
        <a:xfrm>
          <a:off x="2594622" y="1497626"/>
          <a:ext cx="925894" cy="55553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1100" kern="1200"/>
            <a:t>T</a:t>
          </a:r>
          <a:r>
            <a:rPr lang="en-GB" sz="1100" kern="1200"/>
            <a:t>ransformer Encoder </a:t>
          </a:r>
          <a:endParaRPr lang="en-DE" sz="1100" kern="1200"/>
        </a:p>
      </dsp:txBody>
      <dsp:txXfrm>
        <a:off x="2610893" y="1513897"/>
        <a:ext cx="893352" cy="522994"/>
      </dsp:txXfrm>
    </dsp:sp>
    <dsp:sp modelId="{94D5502F-DABF-4C9A-A50E-EC23A97E5257}">
      <dsp:nvSpPr>
        <dsp:cNvPr id="0" name=""/>
        <dsp:cNvSpPr/>
      </dsp:nvSpPr>
      <dsp:spPr>
        <a:xfrm>
          <a:off x="3613107" y="1660583"/>
          <a:ext cx="196289" cy="22962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DE" sz="900" kern="1200"/>
        </a:p>
      </dsp:txBody>
      <dsp:txXfrm>
        <a:off x="3613107" y="1706507"/>
        <a:ext cx="137402" cy="137773"/>
      </dsp:txXfrm>
    </dsp:sp>
    <dsp:sp modelId="{3CE3A268-EC70-429F-AD92-5A96940CBE4C}">
      <dsp:nvSpPr>
        <dsp:cNvPr id="0" name=""/>
        <dsp:cNvSpPr/>
      </dsp:nvSpPr>
      <dsp:spPr>
        <a:xfrm>
          <a:off x="3890875" y="1497626"/>
          <a:ext cx="925894" cy="55553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Teacher Logits</a:t>
          </a:r>
          <a:endParaRPr lang="en-DE" sz="1100" kern="1200"/>
        </a:p>
      </dsp:txBody>
      <dsp:txXfrm>
        <a:off x="3907146" y="1513897"/>
        <a:ext cx="893352" cy="52299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C7C3E1-4A49-4EF9-9486-3E9C8BA0382F}">
      <dsp:nvSpPr>
        <dsp:cNvPr id="0" name=""/>
        <dsp:cNvSpPr/>
      </dsp:nvSpPr>
      <dsp:spPr>
        <a:xfrm>
          <a:off x="3682" y="774428"/>
          <a:ext cx="996973" cy="110290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>
              <a:latin typeface="Times New Roman" panose="02020603050405020304" pitchFamily="18" charset="0"/>
              <a:cs typeface="Times New Roman" panose="02020603050405020304" pitchFamily="18" charset="0"/>
            </a:rPr>
            <a:t>Log-Mel Spectrogram</a:t>
          </a:r>
          <a:endParaRPr lang="en-DE" sz="12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2882" y="803628"/>
        <a:ext cx="938573" cy="1044502"/>
      </dsp:txXfrm>
    </dsp:sp>
    <dsp:sp modelId="{0AEA8489-129C-4D2A-B39C-673F394D14C1}">
      <dsp:nvSpPr>
        <dsp:cNvPr id="0" name=""/>
        <dsp:cNvSpPr/>
      </dsp:nvSpPr>
      <dsp:spPr>
        <a:xfrm>
          <a:off x="1100353" y="1202255"/>
          <a:ext cx="211358" cy="24724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DE" sz="10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100353" y="1251705"/>
        <a:ext cx="147951" cy="148349"/>
      </dsp:txXfrm>
    </dsp:sp>
    <dsp:sp modelId="{9F61D613-8EAF-4580-918D-6EA29833B594}">
      <dsp:nvSpPr>
        <dsp:cNvPr id="0" name=""/>
        <dsp:cNvSpPr/>
      </dsp:nvSpPr>
      <dsp:spPr>
        <a:xfrm>
          <a:off x="1399445" y="774428"/>
          <a:ext cx="996973" cy="110290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>
              <a:latin typeface="Times New Roman" panose="02020603050405020304" pitchFamily="18" charset="0"/>
              <a:cs typeface="Times New Roman" panose="02020603050405020304" pitchFamily="18" charset="0"/>
            </a:rPr>
            <a:t>CNN Frontend</a:t>
          </a:r>
          <a:br>
            <a:rPr lang="en-GB" sz="1200" kern="120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GB" sz="1200" kern="1200">
              <a:latin typeface="Times New Roman" panose="02020603050405020304" pitchFamily="18" charset="0"/>
              <a:cs typeface="Times New Roman" panose="02020603050405020304" pitchFamily="18" charset="0"/>
            </a:rPr>
            <a:t>(Conv + BN + ReLU + Pool)</a:t>
          </a:r>
          <a:br>
            <a:rPr lang="en-GB" sz="1200" kern="1200">
              <a:latin typeface="Times New Roman" panose="02020603050405020304" pitchFamily="18" charset="0"/>
              <a:cs typeface="Times New Roman" panose="02020603050405020304" pitchFamily="18" charset="0"/>
            </a:rPr>
          </a:br>
          <a:endParaRPr lang="en-DE" sz="12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428645" y="803628"/>
        <a:ext cx="938573" cy="1044502"/>
      </dsp:txXfrm>
    </dsp:sp>
    <dsp:sp modelId="{E3546C2C-862F-4155-B752-680F4E4CF2BD}">
      <dsp:nvSpPr>
        <dsp:cNvPr id="0" name=""/>
        <dsp:cNvSpPr/>
      </dsp:nvSpPr>
      <dsp:spPr>
        <a:xfrm>
          <a:off x="2496116" y="1202255"/>
          <a:ext cx="211358" cy="24724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DE" sz="10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496116" y="1251705"/>
        <a:ext cx="147951" cy="148349"/>
      </dsp:txXfrm>
    </dsp:sp>
    <dsp:sp modelId="{337D92D7-55B9-45A2-B18D-F2F0C61F7694}">
      <dsp:nvSpPr>
        <dsp:cNvPr id="0" name=""/>
        <dsp:cNvSpPr/>
      </dsp:nvSpPr>
      <dsp:spPr>
        <a:xfrm>
          <a:off x="2795208" y="774428"/>
          <a:ext cx="996973" cy="110290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>
              <a:latin typeface="Times New Roman" panose="02020603050405020304" pitchFamily="18" charset="0"/>
              <a:cs typeface="Times New Roman" panose="02020603050405020304" pitchFamily="18" charset="0"/>
            </a:rPr>
            <a:t>Adaptive Avg Pool</a:t>
          </a:r>
          <a:endParaRPr lang="en-DE" sz="12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824408" y="803628"/>
        <a:ext cx="938573" cy="1044502"/>
      </dsp:txXfrm>
    </dsp:sp>
    <dsp:sp modelId="{BBA723B0-0717-476D-96C8-57999AA5030F}">
      <dsp:nvSpPr>
        <dsp:cNvPr id="0" name=""/>
        <dsp:cNvSpPr/>
      </dsp:nvSpPr>
      <dsp:spPr>
        <a:xfrm>
          <a:off x="3891879" y="1202255"/>
          <a:ext cx="211358" cy="24724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DE" sz="10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891879" y="1251705"/>
        <a:ext cx="147951" cy="148349"/>
      </dsp:txXfrm>
    </dsp:sp>
    <dsp:sp modelId="{00D64BFC-6C92-4AF4-83A2-E4E807514FCF}">
      <dsp:nvSpPr>
        <dsp:cNvPr id="0" name=""/>
        <dsp:cNvSpPr/>
      </dsp:nvSpPr>
      <dsp:spPr>
        <a:xfrm>
          <a:off x="4190971" y="774428"/>
          <a:ext cx="996973" cy="110290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>
              <a:latin typeface="Times New Roman" panose="02020603050405020304" pitchFamily="18" charset="0"/>
              <a:cs typeface="Times New Roman" panose="02020603050405020304" pitchFamily="18" charset="0"/>
            </a:rPr>
            <a:t>Token Sequence + Positional Encoding</a:t>
          </a:r>
          <a:endParaRPr lang="en-DE" sz="12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220171" y="803628"/>
        <a:ext cx="938573" cy="1044502"/>
      </dsp:txXfrm>
    </dsp:sp>
    <dsp:sp modelId="{1FDE5A9E-3A7F-4DC7-BCF8-E273466DC2F8}">
      <dsp:nvSpPr>
        <dsp:cNvPr id="0" name=""/>
        <dsp:cNvSpPr/>
      </dsp:nvSpPr>
      <dsp:spPr>
        <a:xfrm>
          <a:off x="5287642" y="1202255"/>
          <a:ext cx="211358" cy="24724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DE" sz="10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287642" y="1251705"/>
        <a:ext cx="147951" cy="148349"/>
      </dsp:txXfrm>
    </dsp:sp>
    <dsp:sp modelId="{74BF300E-9276-48D9-A703-A57DD897E1CD}">
      <dsp:nvSpPr>
        <dsp:cNvPr id="0" name=""/>
        <dsp:cNvSpPr/>
      </dsp:nvSpPr>
      <dsp:spPr>
        <a:xfrm>
          <a:off x="5586734" y="774428"/>
          <a:ext cx="996973" cy="110290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>
              <a:latin typeface="Times New Roman" panose="02020603050405020304" pitchFamily="18" charset="0"/>
              <a:cs typeface="Times New Roman" panose="02020603050405020304" pitchFamily="18" charset="0"/>
            </a:rPr>
            <a:t>6-Layer Transformer Encoder</a:t>
          </a:r>
          <a:endParaRPr lang="en-DE" sz="12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615934" y="803628"/>
        <a:ext cx="938573" cy="1044502"/>
      </dsp:txXfrm>
    </dsp:sp>
    <dsp:sp modelId="{5D3A23A1-2799-44E5-8033-3FF1631B72E8}">
      <dsp:nvSpPr>
        <dsp:cNvPr id="0" name=""/>
        <dsp:cNvSpPr/>
      </dsp:nvSpPr>
      <dsp:spPr>
        <a:xfrm>
          <a:off x="6683405" y="1202255"/>
          <a:ext cx="211358" cy="24724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DE" sz="10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683405" y="1251705"/>
        <a:ext cx="147951" cy="148349"/>
      </dsp:txXfrm>
    </dsp:sp>
    <dsp:sp modelId="{7299FF85-C6ED-4A70-AEE8-C2191D07CD18}">
      <dsp:nvSpPr>
        <dsp:cNvPr id="0" name=""/>
        <dsp:cNvSpPr/>
      </dsp:nvSpPr>
      <dsp:spPr>
        <a:xfrm>
          <a:off x="6982497" y="774428"/>
          <a:ext cx="996973" cy="110290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>
              <a:latin typeface="Times New Roman" panose="02020603050405020304" pitchFamily="18" charset="0"/>
              <a:cs typeface="Times New Roman" panose="02020603050405020304" pitchFamily="18" charset="0"/>
            </a:rPr>
            <a:t>Attention Pooling + Global Pooling</a:t>
          </a:r>
          <a:br>
            <a:rPr lang="en-GB" sz="1200" kern="1200">
              <a:latin typeface="Times New Roman" panose="02020603050405020304" pitchFamily="18" charset="0"/>
              <a:cs typeface="Times New Roman" panose="02020603050405020304" pitchFamily="18" charset="0"/>
            </a:rPr>
          </a:br>
          <a:endParaRPr lang="en-DE" sz="12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011697" y="803628"/>
        <a:ext cx="938573" cy="1044502"/>
      </dsp:txXfrm>
    </dsp:sp>
    <dsp:sp modelId="{274C58CB-370A-4A2D-AD68-27443DEE9A88}">
      <dsp:nvSpPr>
        <dsp:cNvPr id="0" name=""/>
        <dsp:cNvSpPr/>
      </dsp:nvSpPr>
      <dsp:spPr>
        <a:xfrm>
          <a:off x="8079168" y="1202255"/>
          <a:ext cx="211358" cy="24724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DE" sz="10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8079168" y="1251705"/>
        <a:ext cx="147951" cy="148349"/>
      </dsp:txXfrm>
    </dsp:sp>
    <dsp:sp modelId="{4BD406BC-9BE8-45AB-B81C-CDB317C6EF27}">
      <dsp:nvSpPr>
        <dsp:cNvPr id="0" name=""/>
        <dsp:cNvSpPr/>
      </dsp:nvSpPr>
      <dsp:spPr>
        <a:xfrm>
          <a:off x="8378260" y="774428"/>
          <a:ext cx="996973" cy="110290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>
              <a:latin typeface="Times New Roman" panose="02020603050405020304" pitchFamily="18" charset="0"/>
              <a:cs typeface="Times New Roman" panose="02020603050405020304" pitchFamily="18" charset="0"/>
            </a:rPr>
            <a:t>Fully Connected Classification Head</a:t>
          </a:r>
          <a:br>
            <a:rPr lang="en-GB" sz="1200" kern="1200">
              <a:latin typeface="Times New Roman" panose="02020603050405020304" pitchFamily="18" charset="0"/>
              <a:cs typeface="Times New Roman" panose="02020603050405020304" pitchFamily="18" charset="0"/>
            </a:rPr>
          </a:br>
          <a:endParaRPr lang="en-DE" sz="12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8407460" y="803628"/>
        <a:ext cx="938573" cy="1044502"/>
      </dsp:txXfrm>
    </dsp:sp>
    <dsp:sp modelId="{157647B2-16CC-49B6-AAA6-4B94299EA82A}">
      <dsp:nvSpPr>
        <dsp:cNvPr id="0" name=""/>
        <dsp:cNvSpPr/>
      </dsp:nvSpPr>
      <dsp:spPr>
        <a:xfrm>
          <a:off x="9474931" y="1202255"/>
          <a:ext cx="211358" cy="24724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DE" sz="10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9474931" y="1251705"/>
        <a:ext cx="147951" cy="148349"/>
      </dsp:txXfrm>
    </dsp:sp>
    <dsp:sp modelId="{5D4F9AF4-DA8D-45B4-AE74-E7F7B29BAA06}">
      <dsp:nvSpPr>
        <dsp:cNvPr id="0" name=""/>
        <dsp:cNvSpPr/>
      </dsp:nvSpPr>
      <dsp:spPr>
        <a:xfrm>
          <a:off x="9774023" y="774428"/>
          <a:ext cx="996973" cy="110290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>
              <a:latin typeface="Times New Roman" panose="02020603050405020304" pitchFamily="18" charset="0"/>
              <a:cs typeface="Times New Roman" panose="02020603050405020304" pitchFamily="18" charset="0"/>
            </a:rPr>
            <a:t>Student Logits</a:t>
          </a:r>
          <a:endParaRPr lang="en-DE" sz="12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9803223" y="803628"/>
        <a:ext cx="938573" cy="10445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49F4A7-C83E-44B4-BA6C-72F6E41B8333}" type="datetimeFigureOut">
              <a:rPr lang="en-DE" smtClean="0"/>
              <a:t>19/03/2026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7EDC9F-7B4B-4F7B-A0BD-F2736DF9E43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095474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7EDC9F-7B4B-4F7B-A0BD-F2736DF9E43A}" type="slidenum">
              <a:rPr lang="en-DE" smtClean="0"/>
              <a:t>11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761938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60188-F8CF-87C8-FE9E-194A909EB2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804FD-B825-B625-637B-0919E63E45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340C40-3D94-8572-47E6-0BD5CAC6E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32DE8-CAFE-40D5-81B4-FB3A5A932AA7}" type="datetimeFigureOut">
              <a:rPr lang="en-DE" smtClean="0"/>
              <a:t>19/03/2026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74DDA-B242-9473-6547-8B08D9C05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FC24B4-37AB-879C-F088-4ECDB0F56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396BB-000C-45A3-BB50-CEED426B895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15310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F5C16-2634-4566-E62B-1871A525D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BE47E1-6901-7C2C-0B3F-061525C918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71D03C-647C-2DCB-C20A-B971A2821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32DE8-CAFE-40D5-81B4-FB3A5A932AA7}" type="datetimeFigureOut">
              <a:rPr lang="en-DE" smtClean="0"/>
              <a:t>19/03/2026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4B9411-4D7B-D9C0-F66E-E69B69AF8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BE3B39-7381-A896-FFA7-A77E353DA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396BB-000C-45A3-BB50-CEED426B895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862732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30A9D-E82A-167D-536F-25DC4BC11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79B8FE-CC8D-1436-4F2B-89787464E2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103439-9F37-608B-2883-33E91A664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32DE8-CAFE-40D5-81B4-FB3A5A932AA7}" type="datetimeFigureOut">
              <a:rPr lang="en-DE" smtClean="0"/>
              <a:t>19/03/2026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6AF02C-58D1-2155-7FB6-861986BA1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2D36E-67B3-C29E-F65B-21F8ACE05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396BB-000C-45A3-BB50-CEED426B895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44641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0D8EC-E5D0-117D-7FBA-255057639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90A13-191B-5713-A943-346DE579E3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677772-45CC-3DC2-66F1-5129125DA3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EDC9F7-082C-27B3-AC78-8D049670F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32DE8-CAFE-40D5-81B4-FB3A5A932AA7}" type="datetimeFigureOut">
              <a:rPr lang="en-DE" smtClean="0"/>
              <a:t>19/03/2026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AB8226-5686-44AE-87C8-0A08457D8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647F0D-663D-461C-CFC9-5B6CAD483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396BB-000C-45A3-BB50-CEED426B895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449669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30C36-10F0-8E6F-1830-49AA7E01B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A15C8-4E82-597D-3886-029AD23DA6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7D955D-6D50-2E62-70EE-BCF6C7D2AE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FC2697-5A97-D496-7F92-6A55475454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DBCE09-C5A5-ED6D-EF3C-B9BFE628BE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A3585F-685E-C7E4-4CEC-4071202CD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32DE8-CAFE-40D5-81B4-FB3A5A932AA7}" type="datetimeFigureOut">
              <a:rPr lang="en-DE" smtClean="0"/>
              <a:t>19/03/2026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6D12B1-8339-2353-6F91-8E8A8637B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38668C-D9D2-23E6-4194-0A31321FD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396BB-000C-45A3-BB50-CEED426B895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74071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526B3-3267-C2A9-7315-66221AEAF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B3A142-58E5-E220-E2EB-202817EB4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32DE8-CAFE-40D5-81B4-FB3A5A932AA7}" type="datetimeFigureOut">
              <a:rPr lang="en-DE" smtClean="0"/>
              <a:t>19/03/2026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A5B402-7B46-D117-BB81-5A59F3205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5C5FBD-4A35-7368-E3EB-DA14FA805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396BB-000C-45A3-BB50-CEED426B895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33907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480641-89E7-BA58-60CB-627065FCD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32DE8-CAFE-40D5-81B4-FB3A5A932AA7}" type="datetimeFigureOut">
              <a:rPr lang="en-DE" smtClean="0"/>
              <a:t>19/03/2026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2AADAB-C739-BA5B-6030-704C9AF5F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5E7DB0-A60D-5032-A04B-A7EC840EE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396BB-000C-45A3-BB50-CEED426B895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799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93A83-81B4-AD3C-7ABA-4A3E5081D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4A94D-DAB3-8D0C-8B4F-D4D48E437F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5E1A44-DB69-2CE6-D101-AFD3F7E19E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C421A6-604B-A910-8C3A-00A1FFB9E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32DE8-CAFE-40D5-81B4-FB3A5A932AA7}" type="datetimeFigureOut">
              <a:rPr lang="en-DE" smtClean="0"/>
              <a:t>19/03/2026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E08FB1-3648-3A16-2E4A-68C0103E5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3A9EFC-7B22-3BE2-0BB0-41C7FDA90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396BB-000C-45A3-BB50-CEED426B895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83285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17925-E938-CCB9-BE38-41B8271C0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5BB6A3-AA67-57F2-0AF7-B1D2BF33EA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471666-7AAD-0489-A87A-E000F0E57C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63E974-A6F4-5518-E594-4EE22A406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32DE8-CAFE-40D5-81B4-FB3A5A932AA7}" type="datetimeFigureOut">
              <a:rPr lang="en-DE" smtClean="0"/>
              <a:t>19/03/2026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DF690D-5D9C-C499-D58F-12208545B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61707F-C5FA-8D1B-8721-067DE4508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396BB-000C-45A3-BB50-CEED426B895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71171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6FB94-02AF-F237-CF6B-0131D5E62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9B0A6E-06DF-C7ED-5F21-1F6B7EBA3D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BE71B-FD3A-0E85-2C08-109A73DB6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32DE8-CAFE-40D5-81B4-FB3A5A932AA7}" type="datetimeFigureOut">
              <a:rPr lang="en-DE" smtClean="0"/>
              <a:t>19/03/2026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A1A920-5ED7-209E-3F29-294B86FC4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7FA806-70CA-E4FC-E887-4239C69EE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396BB-000C-45A3-BB50-CEED426B895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77729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4F2C41-0655-98B8-FEAE-CC5896EF8A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A7B2F7-5BF6-6C77-F27F-05FF1158AB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6FFE05-3665-7F63-AB35-21189BB6F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32DE8-CAFE-40D5-81B4-FB3A5A932AA7}" type="datetimeFigureOut">
              <a:rPr lang="en-DE" smtClean="0"/>
              <a:t>19/03/2026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7EE393-115C-11DD-4AB9-E5AC2E5AD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62A764-1C9F-D992-18E7-5B2E1881D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396BB-000C-45A3-BB50-CEED426B895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817035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E31B0-CD93-5461-CA60-DB00E36BE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A066D9-6919-3FE7-F394-B669081092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BB2D65-3535-C02A-FDFF-792CFEDB76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132DE8-CAFE-40D5-81B4-FB3A5A932AA7}" type="datetimeFigureOut">
              <a:rPr lang="en-DE" smtClean="0"/>
              <a:t>19/03/2026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FB2DDA-3003-1C9C-821D-B4EEF29245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BF45EF-793A-8A15-11C9-26B7CDCF48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A396BB-000C-45A3-BB50-CEED426B895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26231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591F9-6C0A-982C-0357-FE5B707AE9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2116" y="353961"/>
            <a:ext cx="11179278" cy="1246239"/>
          </a:xfrm>
        </p:spPr>
        <p:txBody>
          <a:bodyPr>
            <a:normAutofit/>
          </a:bodyPr>
          <a:lstStyle/>
          <a:p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 Based Selective Hearing System for Real-Time Audio Filtering and Source Separation</a:t>
            </a:r>
            <a:br>
              <a:rPr lang="en-D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DE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3922C2-5FA3-27FB-4D1B-567D44111A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" y="1858296"/>
            <a:ext cx="12427975" cy="4758813"/>
          </a:xfrm>
        </p:spPr>
        <p:txBody>
          <a:bodyPr>
            <a:normAutofit/>
          </a:bodyPr>
          <a:lstStyle/>
          <a:p>
            <a:r>
              <a:rPr lang="en-D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NAVEEN KRISHNAPPA-3122044</a:t>
            </a:r>
          </a:p>
          <a:p>
            <a:r>
              <a:rPr lang="en-D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Master of computer Science focus on Big Data and Artificial Intelligence </a:t>
            </a:r>
          </a:p>
          <a:p>
            <a:endParaRPr lang="en-DE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D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Thesis Defence –March 2026</a:t>
            </a:r>
          </a:p>
          <a:p>
            <a:r>
              <a:rPr lang="en-D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SRH University of Applied Sciences </a:t>
            </a:r>
          </a:p>
          <a:p>
            <a:r>
              <a:rPr lang="en-D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Berlin, Germany </a:t>
            </a:r>
          </a:p>
          <a:p>
            <a:endParaRPr lang="en-DE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DE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Supervisor:</a:t>
            </a:r>
            <a:r>
              <a:rPr lang="en-DE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Prof.Dr.Alexander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lliev</a:t>
            </a:r>
            <a:b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Co-Supervisor:</a:t>
            </a:r>
            <a:r>
              <a:rPr lang="en-DE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Prof.Dr.Reiner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Creutzburg</a:t>
            </a:r>
            <a:endParaRPr lang="en-DE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4256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3F1CE8-C5EC-4385-0C99-432F15B7D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outline</a:t>
            </a:r>
            <a:endParaRPr lang="en-DE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160D85B-4885-1F8D-4536-A7FE5CFB39E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29384"/>
            <a:ext cx="10515600" cy="425196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DE" altLang="en-DE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DE" altLang="en-DE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Introduction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DE" altLang="en-DE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DE" altLang="en-DE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Problem &amp; research gap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DE" altLang="en-DE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DE" altLang="en-DE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Methodology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DE" altLang="en-DE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DE" altLang="en-DE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Results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DE" altLang="en-DE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DE" altLang="en-DE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Discussion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DE" altLang="en-DE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DE" altLang="en-DE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Conclusion &amp; future work</a:t>
            </a:r>
          </a:p>
        </p:txBody>
      </p:sp>
    </p:spTree>
    <p:extLst>
      <p:ext uri="{BB962C8B-B14F-4D97-AF65-F5344CB8AC3E}">
        <p14:creationId xmlns:p14="http://schemas.microsoft.com/office/powerpoint/2010/main" val="978017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7B15C4-A005-0A7A-D641-8A41720F9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and Motivation</a:t>
            </a:r>
            <a:endParaRPr lang="en-DE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13AD9E8-6C68-DAC8-0174-9F2E05ACD8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29384"/>
            <a:ext cx="10515600" cy="425196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DE" altLang="en-DE" sz="2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real-world environments, audio is rarely clean and usually contains overlapping sounds such as speech, traffic, music, and background noise.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DE" altLang="en-DE" sz="22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DE" altLang="en-DE" sz="2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Humans can naturally focus on a particular sound source even in noisy conditions.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DE" altLang="en-DE" sz="22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DE" altLang="en-DE" sz="2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However, computational systems still find it difficult to understand complex audio scenes in the same way.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DE" altLang="en-DE" sz="22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DE" altLang="en-DE" sz="2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Most existing approaches focus either on </a:t>
            </a:r>
            <a:r>
              <a:rPr kumimoji="0" lang="en-DE" altLang="en-DE" sz="22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sound classification</a:t>
            </a:r>
            <a:r>
              <a:rPr kumimoji="0" lang="en-DE" altLang="en-DE" sz="2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kumimoji="0" lang="en-DE" altLang="en-DE" sz="22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sound separation</a:t>
            </a:r>
            <a:r>
              <a:rPr kumimoji="0" lang="en-DE" altLang="en-DE" sz="2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but not both together.</a:t>
            </a:r>
          </a:p>
        </p:txBody>
      </p:sp>
    </p:spTree>
    <p:extLst>
      <p:ext uri="{BB962C8B-B14F-4D97-AF65-F5344CB8AC3E}">
        <p14:creationId xmlns:p14="http://schemas.microsoft.com/office/powerpoint/2010/main" val="217576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E7DFE6-435D-197D-2B77-1D8265AAB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DE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</a:t>
            </a:r>
            <a:r>
              <a:rPr lang="en-GB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DE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830D074-2B69-F611-E409-910AFB5AE25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0080" y="2706624"/>
            <a:ext cx="6894576" cy="348386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DE" altLang="en-DE" sz="19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Existing approaches typically address </a:t>
            </a:r>
            <a:r>
              <a:rPr kumimoji="0" lang="en-DE" altLang="en-DE" sz="19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sound classification</a:t>
            </a:r>
            <a:r>
              <a:rPr kumimoji="0" lang="en-DE" altLang="en-DE" sz="19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kumimoji="0" lang="en-DE" altLang="en-DE" sz="19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source separation</a:t>
            </a:r>
            <a:r>
              <a:rPr kumimoji="0" lang="en-DE" altLang="en-DE" sz="19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separately.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DE" altLang="en-DE" sz="19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DE" altLang="en-DE" sz="19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Transformer-based methods offer strong performance but are </a:t>
            </a:r>
            <a:r>
              <a:rPr kumimoji="0" lang="en-DE" altLang="en-DE" sz="19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computationally expensive.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DE" altLang="en-DE" sz="19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DE" altLang="en-DE" sz="19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Consequently, </a:t>
            </a:r>
            <a:r>
              <a:rPr kumimoji="0" lang="en-DE" altLang="en-DE" sz="19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selective hearing</a:t>
            </a:r>
            <a:r>
              <a:rPr kumimoji="0" lang="en-DE" altLang="en-DE" sz="19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remains difficult in complex audio environments.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DE" altLang="en-DE" sz="19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DE" altLang="en-DE" sz="19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kumimoji="0" lang="en-DE" altLang="en-DE" sz="19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efficient unified framework</a:t>
            </a:r>
            <a:r>
              <a:rPr kumimoji="0" lang="en-DE" altLang="en-DE" sz="19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needed to both </a:t>
            </a:r>
            <a:r>
              <a:rPr kumimoji="0" lang="en-DE" altLang="en-DE" sz="19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recognize</a:t>
            </a:r>
            <a:r>
              <a:rPr kumimoji="0" lang="en-DE" altLang="en-DE" sz="19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DE" altLang="en-DE" sz="19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isolate</a:t>
            </a:r>
            <a:r>
              <a:rPr kumimoji="0" lang="en-DE" altLang="en-DE" sz="19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target sounds.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2C35DA0-3647-3AA6-D05F-7F602A0FDD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3840" y="679334"/>
            <a:ext cx="4014216" cy="27296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5BEDB12-FF30-4A24-6DD4-6E48725FE5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224" y="4079193"/>
            <a:ext cx="3993159" cy="2176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3490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ACEA39-CF45-E272-51CD-E769A679D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  <a:endParaRPr lang="en-DE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093801-5E3F-9969-A846-DB3BBECF08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studies mainly focus on either </a:t>
            </a: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sound classification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sound isolation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not both together.</a:t>
            </a:r>
            <a:endParaRPr lang="en-DE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few works combine </a:t>
            </a: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acoustic understanding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targeted sound extraction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 single pipeline.</a:t>
            </a:r>
            <a:endParaRPr lang="en-DE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advanced models achieve good performance, but are not optimized for </a:t>
            </a: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and computationally efficient deployment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DE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isolation systems often lack </a:t>
            </a: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guidance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meaning they cannot easily isolate a sound based on its predicted class or prompt.</a:t>
            </a:r>
            <a:endParaRPr lang="en-DE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DE" sz="2200" dirty="0"/>
          </a:p>
        </p:txBody>
      </p:sp>
    </p:spTree>
    <p:extLst>
      <p:ext uri="{BB962C8B-B14F-4D97-AF65-F5344CB8AC3E}">
        <p14:creationId xmlns:p14="http://schemas.microsoft.com/office/powerpoint/2010/main" val="18276221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F4CCCE-7B64-7BBC-2C3A-19F4FB5AD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DE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4B25A4F-8D9A-90B4-4C73-9BCB5E5D82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29384"/>
            <a:ext cx="10515600" cy="512165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Autofit/>
          </a:bodyPr>
          <a:lstStyle/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DE" altLang="en-DE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fine-tune the </a:t>
            </a:r>
            <a:r>
              <a:rPr kumimoji="0" lang="en-DE" altLang="en-DE" sz="18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AST model</a:t>
            </a:r>
            <a:r>
              <a:rPr kumimoji="0" lang="en-DE" altLang="en-DE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multi-label urban sound classification on the </a:t>
            </a:r>
            <a:r>
              <a:rPr kumimoji="0" lang="en-DE" altLang="en-DE" sz="18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SONYC urban sound</a:t>
            </a:r>
            <a:r>
              <a:rPr lang="en-DE" altLang="en-DE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DE" altLang="en-DE" sz="18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DE" altLang="en-DE" sz="18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DE" altLang="en-DE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design a </a:t>
            </a:r>
            <a:r>
              <a:rPr kumimoji="0" lang="en-DE" altLang="en-DE" sz="18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compact student classifier</a:t>
            </a:r>
            <a:r>
              <a:rPr kumimoji="0" lang="en-DE" altLang="en-DE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efficient and real-time deployment.</a:t>
            </a: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DE" altLang="en-DE" sz="18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DE" altLang="en-DE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enhance the student model using </a:t>
            </a:r>
            <a:r>
              <a:rPr kumimoji="0" lang="en-DE" altLang="en-DE" sz="18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knowledge distillation</a:t>
            </a:r>
            <a:r>
              <a:rPr kumimoji="0" lang="en-DE" altLang="en-DE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from the AST teacher.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DE" altLang="en-DE" sz="18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DE" altLang="en-DE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compare </a:t>
            </a:r>
            <a:r>
              <a:rPr kumimoji="0" lang="en-DE" altLang="en-DE" sz="18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KD and non-KD</a:t>
            </a:r>
            <a:r>
              <a:rPr kumimoji="0" lang="en-DE" altLang="en-DE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student models for classification performance.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DE" altLang="en-DE" sz="18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DE" altLang="en-DE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</a:t>
            </a:r>
            <a:r>
              <a:rPr kumimoji="0" lang="en-DE" altLang="en-DE" sz="18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prompt-conditioned sound isolation model</a:t>
            </a:r>
            <a:r>
              <a:rPr kumimoji="0" lang="en-DE" altLang="en-DE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selective target source extraction.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DE" altLang="en-DE" sz="18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DE" altLang="en-DE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evaluate the system using classification metrics and isolation metrics including </a:t>
            </a:r>
            <a:r>
              <a:rPr kumimoji="0" lang="en-DE" altLang="en-DE" sz="18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SDR, SIR, and PESQ</a:t>
            </a:r>
            <a:r>
              <a:rPr kumimoji="0" lang="en-DE" altLang="en-DE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to demonstrate it through a </a:t>
            </a:r>
            <a:r>
              <a:rPr kumimoji="0" lang="en-DE" altLang="en-DE" sz="18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kumimoji="0" lang="en-DE" altLang="en-DE" sz="18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interface.</a:t>
            </a:r>
            <a:endParaRPr kumimoji="0" lang="en-DE" altLang="en-DE" sz="18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4583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0A9191-E259-D2F7-EC7B-0BCFB18E6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C78E734-E2B2-03B1-C8E2-67C088B5CF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9A2EA2-180E-3B53-CD7C-F5AD1B33C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DE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Questions 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064191E5-277C-C3FC-B1F7-120B5F37E9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E1ABAEC-FA1F-DB75-5B23-D280FFC7BCB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29384"/>
            <a:ext cx="10515600" cy="306120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DE" altLang="en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How well does the </a:t>
            </a:r>
            <a:r>
              <a:rPr kumimoji="0" lang="en-DE" altLang="en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transformer-based classifier</a:t>
            </a:r>
            <a:r>
              <a:rPr kumimoji="0" lang="en-DE" altLang="en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detect urban sound events?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DE" altLang="en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DE" altLang="en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Does </a:t>
            </a:r>
            <a:r>
              <a:rPr kumimoji="0" lang="en-DE" altLang="en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knowledge distillation</a:t>
            </a:r>
            <a:r>
              <a:rPr kumimoji="0" lang="en-DE" altLang="en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improve the student model?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DE" altLang="en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DE" altLang="en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 classification outputs guide </a:t>
            </a:r>
            <a:r>
              <a:rPr kumimoji="0" lang="en-DE" altLang="en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target sound isolation</a:t>
            </a:r>
            <a:r>
              <a:rPr kumimoji="0" lang="en-DE" altLang="en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DE" altLang="en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DE" altLang="en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How effective is the </a:t>
            </a:r>
            <a:r>
              <a:rPr kumimoji="0" lang="en-DE" altLang="en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flow-matching isolation model</a:t>
            </a:r>
            <a:r>
              <a:rPr kumimoji="0" lang="en-DE" altLang="en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on overlapping sounds?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DE" altLang="en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DE" altLang="en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How do the models perform on </a:t>
            </a:r>
            <a:r>
              <a:rPr kumimoji="0" lang="en-DE" altLang="en-DE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mAP</a:t>
            </a:r>
            <a:r>
              <a:rPr kumimoji="0" lang="en-DE" altLang="en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Macro F1, SDR, SIR, and PESQ</a:t>
            </a:r>
            <a:r>
              <a:rPr kumimoji="0" lang="en-DE" altLang="en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5640576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CE8802-DA16-7D5A-F3D8-171D33F5A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6DAEB71-662D-5F44-0B34-7C90291919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86D369-BF31-8F32-B1C9-963BF5165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DE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FB3D2851-59BA-D904-C84A-2B5CF3EE0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E80C74C-1E3B-66E5-2696-7A61558C8E5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29384"/>
            <a:ext cx="10515600" cy="306120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sz="1800" dirty="0"/>
              <a:t>SONYC is a </a:t>
            </a:r>
            <a:r>
              <a:rPr lang="en-GB" sz="1800" b="1" dirty="0"/>
              <a:t>real-world urban sound dataset</a:t>
            </a:r>
            <a:endParaRPr lang="en-DE" sz="1800" b="1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DE" altLang="en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sz="1800" dirty="0"/>
              <a:t>It contains </a:t>
            </a:r>
            <a:r>
              <a:rPr lang="en-GB" sz="1800" b="1" dirty="0"/>
              <a:t>multi-label audio clips</a:t>
            </a:r>
            <a:r>
              <a:rPr lang="en-GB" sz="1800" dirty="0"/>
              <a:t> with overlapping sound events</a:t>
            </a:r>
            <a:endParaRPr lang="en-DE" sz="18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DE" altLang="en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sz="1800" dirty="0"/>
              <a:t>Each clip is approximately </a:t>
            </a:r>
            <a:r>
              <a:rPr lang="en-GB" sz="1800" b="1" dirty="0"/>
              <a:t>10 seconds long</a:t>
            </a:r>
            <a:endParaRPr lang="en-DE" sz="1800" b="1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DE" altLang="en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sz="1800" dirty="0"/>
              <a:t>The dataset includes realistic sounds such as </a:t>
            </a:r>
            <a:r>
              <a:rPr lang="en-GB" sz="1800" b="1" dirty="0"/>
              <a:t>traffic, speech, music, and construction noise</a:t>
            </a:r>
            <a:endParaRPr lang="en-DE" sz="1800" b="1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DE" sz="1800" b="1" dirty="0"/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sz="1800" dirty="0"/>
              <a:t>Total data used: </a:t>
            </a:r>
            <a:r>
              <a:rPr lang="en-GB" sz="1800" b="1" dirty="0"/>
              <a:t>3,068 audio files</a:t>
            </a:r>
            <a:endParaRPr lang="en-DE" sz="1800" b="1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DE" sz="1800" b="1" dirty="0"/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sz="1800" dirty="0"/>
              <a:t>Data split: </a:t>
            </a:r>
            <a:r>
              <a:rPr lang="en-GB" sz="1800" b="1" dirty="0"/>
              <a:t>1,880 train / 471 validation / 324 test</a:t>
            </a:r>
            <a:endParaRPr lang="en-DE" sz="1800" b="1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DE" altLang="en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´</a:t>
            </a:r>
            <a:endParaRPr kumimoji="0" lang="en-DE" altLang="en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65424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CDF856-A234-2C00-2AEF-9BFBB06B8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7C98A213-5994-475E-B327-DC6EC27FB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521B9F-1153-EB16-8C97-C665DDE6E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670218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/>
              <a:t>Class distribution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4749676-CC6D-A3A8-163D-1057111D24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38881" y="1851381"/>
            <a:ext cx="10909643" cy="55265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lvl="0" indent="0" algn="ctr" fontAlgn="base">
              <a:spcAft>
                <a:spcPct val="0"/>
              </a:spcAft>
              <a:buNone/>
            </a:pPr>
            <a:r>
              <a:rPr kumimoji="0" lang="en-US" altLang="en-DE" sz="2400" b="1" i="0" u="none" strike="noStrike" cap="none" normalizeH="0" baseline="0">
                <a:ln>
                  <a:noFill/>
                </a:ln>
                <a:effectLst/>
              </a:rPr>
              <a:t>´</a:t>
            </a:r>
            <a:endParaRPr kumimoji="0" lang="en-US" altLang="en-DE" sz="2400" b="0" i="0" u="none" strike="noStrike" cap="none" normalizeH="0" baseline="0">
              <a:ln>
                <a:noFill/>
              </a:ln>
              <a:effectLst/>
            </a:endParaRPr>
          </a:p>
        </p:txBody>
      </p:sp>
      <p:sp>
        <p:nvSpPr>
          <p:cNvPr id="38" name="sketch line">
            <a:extLst>
              <a:ext uri="{FF2B5EF4-FFF2-40B4-BE49-F238E27FC236}">
                <a16:creationId xmlns:a16="http://schemas.microsoft.com/office/drawing/2014/main" id="{4B030A0D-0DAD-4A99-89BB-419527D6A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89376" y="1800088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122BAA-0039-E7E0-5554-FB7DCADE81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608" y="3156115"/>
            <a:ext cx="3758184" cy="25273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38FE8ED-DA59-70A7-AEBF-7B6334BC4A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6908" y="3165511"/>
            <a:ext cx="3758184" cy="250858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63C505C-9923-777F-870C-C8F8FC9A21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1208" y="3226581"/>
            <a:ext cx="3758184" cy="2386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6553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7C537E-6EAC-FFEF-A8FB-6E9C0D2B9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E72A7EB-4D10-F6A8-C0E0-5D6C64F9C9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ADB84E-FA14-C428-5A01-08CD2A0C7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DE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CCEB82CF-04CC-ABCA-D35D-1672A07EF2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87D950F-D065-0B7F-DF7A-7A565E26BF6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29384"/>
            <a:ext cx="10515600" cy="306120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sz="1800" dirty="0"/>
              <a:t>SONYC is a </a:t>
            </a:r>
            <a:r>
              <a:rPr lang="en-GB" sz="1800" b="1" dirty="0"/>
              <a:t>real-world urban sound dataset</a:t>
            </a:r>
            <a:endParaRPr lang="en-DE" sz="1800" b="1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DE" altLang="en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sz="1800" dirty="0"/>
              <a:t>It contains </a:t>
            </a:r>
            <a:r>
              <a:rPr lang="en-GB" sz="1800" b="1" dirty="0"/>
              <a:t>multi-label audio clips</a:t>
            </a:r>
            <a:r>
              <a:rPr lang="en-GB" sz="1800" dirty="0"/>
              <a:t> with overlapping sound events</a:t>
            </a:r>
            <a:endParaRPr lang="en-DE" sz="18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DE" altLang="en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sz="1800" dirty="0"/>
              <a:t>Each clip is approximately </a:t>
            </a:r>
            <a:r>
              <a:rPr lang="en-GB" sz="1800" b="1" dirty="0"/>
              <a:t>10 seconds long</a:t>
            </a:r>
            <a:endParaRPr lang="en-DE" sz="1800" b="1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DE" altLang="en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sz="1800" dirty="0"/>
              <a:t>The dataset includes realistic sounds such as </a:t>
            </a:r>
            <a:r>
              <a:rPr lang="en-GB" sz="1800" b="1" dirty="0"/>
              <a:t>traffic, speech, music, and construction noise</a:t>
            </a:r>
            <a:endParaRPr lang="en-DE" sz="1800" b="1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DE" sz="1800" b="1" dirty="0"/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sz="1800" dirty="0"/>
              <a:t>Total data used: </a:t>
            </a:r>
            <a:r>
              <a:rPr lang="en-GB" sz="1800" b="1" dirty="0"/>
              <a:t>3,068 audio files</a:t>
            </a:r>
            <a:endParaRPr lang="en-DE" sz="1800" b="1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DE" sz="1800" b="1" dirty="0"/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sz="1800" dirty="0"/>
              <a:t>Data split: </a:t>
            </a:r>
            <a:r>
              <a:rPr lang="en-GB" sz="1800" b="1" dirty="0"/>
              <a:t>1,880 train / 471 validation / 324 test</a:t>
            </a:r>
            <a:endParaRPr lang="en-DE" sz="1800" b="1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DE" altLang="en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´</a:t>
            </a:r>
            <a:endParaRPr kumimoji="0" lang="en-DE" altLang="en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35468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DE9969-DDB8-1367-0134-F876305D1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Audio preprocessing</a:t>
            </a:r>
          </a:p>
        </p:txBody>
      </p:sp>
      <p:sp>
        <p:nvSpPr>
          <p:cNvPr id="14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CA6FC2-2651-B3ED-B8EC-A0777951B92A}"/>
              </a:ext>
            </a:extLst>
          </p:cNvPr>
          <p:cNvSpPr txBox="1"/>
          <p:nvPr/>
        </p:nvSpPr>
        <p:spPr>
          <a:xfrm>
            <a:off x="474562" y="3517952"/>
            <a:ext cx="3970116" cy="2139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 Parameters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Sampling rate: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16,000 Hz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FFT size: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1024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 size: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 </a:t>
            </a:r>
            <a:r>
              <a:rPr lang="en-GB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Hop size: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</a:t>
            </a:r>
            <a:r>
              <a:rPr lang="en-GB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Mel bins: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128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7167C8D-D191-DFDC-B4D2-6E7C4F5D1E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9689020"/>
              </p:ext>
            </p:extLst>
          </p:nvPr>
        </p:nvGraphicFramePr>
        <p:xfrm>
          <a:off x="5297762" y="2655919"/>
          <a:ext cx="6419676" cy="27957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1363746-4D13-4EA1-EF39-BB23AF21CD06}"/>
              </a:ext>
            </a:extLst>
          </p:cNvPr>
          <p:cNvSpPr txBox="1"/>
          <p:nvPr/>
        </p:nvSpPr>
        <p:spPr>
          <a:xfrm>
            <a:off x="6860345" y="4398851"/>
            <a:ext cx="2882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Audio preprocessing flow </a:t>
            </a:r>
          </a:p>
        </p:txBody>
      </p:sp>
    </p:spTree>
    <p:extLst>
      <p:ext uri="{BB962C8B-B14F-4D97-AF65-F5344CB8AC3E}">
        <p14:creationId xmlns:p14="http://schemas.microsoft.com/office/powerpoint/2010/main" val="1765159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B5E7AE-86FC-EF24-1ECE-47DF88051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9128" y="638089"/>
            <a:ext cx="4818888" cy="147680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Audio Waveform and Log-Mel Spectrogram Representation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0E2FB05-A2ED-5EE7-77C7-77AD470674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936" y="1620715"/>
            <a:ext cx="5458968" cy="3616569"/>
          </a:xfrm>
          <a:prstGeom prst="rect">
            <a:avLst/>
          </a:prstGeom>
        </p:spPr>
      </p:pic>
      <p:sp>
        <p:nvSpPr>
          <p:cNvPr id="13" name="sketch line">
            <a:extLst>
              <a:ext uri="{FF2B5EF4-FFF2-40B4-BE49-F238E27FC236}">
                <a16:creationId xmlns:a16="http://schemas.microsoft.com/office/drawing/2014/main" id="{953EE71A-6488-4203-A7C4-77102FD0D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912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E3162D-E127-27F2-F693-884AA5D1746E}"/>
              </a:ext>
            </a:extLst>
          </p:cNvPr>
          <p:cNvSpPr txBox="1"/>
          <p:nvPr/>
        </p:nvSpPr>
        <p:spPr>
          <a:xfrm>
            <a:off x="7152640" y="2664886"/>
            <a:ext cx="4405376" cy="19030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Raw waveform in the time domain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Bottom: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Log-mel spectrogram in the time-</a:t>
            </a:r>
            <a:r>
              <a:rPr lang="en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 domain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input: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log-mel spectrogram is used as input to the classification model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855483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321ED-A62D-4EA3-342D-034471156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FACD6-AC7D-5B34-A73C-C688908B6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Overall Proposed Framework</a:t>
            </a:r>
            <a:r>
              <a:rPr lang="en-DE" dirty="0"/>
              <a:t> (Stage 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9DA6ED-812F-8066-4EA0-DEF489D3EA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" y="1825625"/>
            <a:ext cx="12009120" cy="4057015"/>
          </a:xfrm>
        </p:spPr>
        <p:txBody>
          <a:bodyPr/>
          <a:lstStyle/>
          <a:p>
            <a:pPr marL="0" indent="0">
              <a:buNone/>
            </a:pPr>
            <a:endParaRPr lang="en-DE" dirty="0"/>
          </a:p>
          <a:p>
            <a:endParaRPr lang="en-DE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C12DF7-A290-EE20-CF50-B82AF79A046D}"/>
              </a:ext>
            </a:extLst>
          </p:cNvPr>
          <p:cNvSpPr txBox="1"/>
          <p:nvPr/>
        </p:nvSpPr>
        <p:spPr>
          <a:xfrm>
            <a:off x="2407920" y="5882640"/>
            <a:ext cx="55676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Source: The flow was created in easer.io</a:t>
            </a:r>
          </a:p>
          <a:p>
            <a:r>
              <a:rPr lang="en-GB" dirty="0"/>
              <a:t>L</a:t>
            </a:r>
            <a:r>
              <a:rPr lang="en-DE" dirty="0"/>
              <a:t>ink:</a:t>
            </a:r>
            <a:r>
              <a:rPr lang="en-GB" dirty="0"/>
              <a:t>https://app.eraser.io/workspace/NCF3crrnwUuoAu281AnV</a:t>
            </a:r>
            <a:endParaRPr lang="en-D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7294CA-9300-AB29-5073-77780C9E41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8880" y="1351280"/>
            <a:ext cx="10174706" cy="4473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2243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5979E4-ABC3-F327-C637-A819F2F0B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9128" y="638089"/>
            <a:ext cx="4818888" cy="1476801"/>
          </a:xfrm>
        </p:spPr>
        <p:txBody>
          <a:bodyPr anchor="b">
            <a:normAutofit/>
          </a:bodyPr>
          <a:lstStyle/>
          <a:p>
            <a:r>
              <a:rPr lang="en-GB" sz="5000"/>
              <a:t>Stage 1 – Teacher Model (AST)</a:t>
            </a:r>
            <a:endParaRPr lang="en-DE" sz="5000"/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953EE71A-6488-4203-A7C4-77102FD0D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912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33F7209-4D6E-DC8B-EB10-883CFE63BFB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8321" y="811552"/>
            <a:ext cx="5709919" cy="46012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DE" altLang="en-DE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Audio Spectrogram Transformer (AST)</a:t>
            </a:r>
            <a:r>
              <a:rPr kumimoji="0" lang="en-DE" altLang="en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used as the teacher model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DE" altLang="en-DE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DE" altLang="en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Input representation: </a:t>
            </a:r>
            <a:r>
              <a:rPr kumimoji="0" lang="en-DE" altLang="en-DE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log-mel spectrogram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DE" altLang="en-DE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DE" altLang="en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Spectrogram is divided into </a:t>
            </a:r>
            <a:r>
              <a:rPr kumimoji="0" lang="en-DE" altLang="en-DE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patches</a:t>
            </a:r>
            <a:r>
              <a:rPr kumimoji="0" lang="en-DE" altLang="en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processed by a transformer encoder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DE" altLang="en-DE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DE" altLang="en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Captures </a:t>
            </a:r>
            <a:r>
              <a:rPr kumimoji="0" lang="en-DE" altLang="en-DE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global time-frequency dependencies</a:t>
            </a:r>
            <a:r>
              <a:rPr kumimoji="0" lang="en-DE" altLang="en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overlapping sound events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DE" altLang="en-DE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DE" altLang="en-DE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Pretrained on </a:t>
            </a:r>
            <a:r>
              <a:rPr kumimoji="0" lang="en-DE" altLang="en-DE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AudioSet</a:t>
            </a:r>
            <a:r>
              <a:rPr kumimoji="0" lang="en-DE" altLang="en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DE" altLang="en-DE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fine-tuned on the SONYC dataset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DE" altLang="en-DE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Chosen as teacher because it provides </a:t>
            </a:r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classification accuracy</a:t>
            </a:r>
            <a:endParaRPr lang="en-DE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endParaRPr lang="en-DE" altLang="en-DE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ideal for deployment because it is </a:t>
            </a:r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computationally expensive</a:t>
            </a:r>
            <a:endParaRPr lang="en-DE" altLang="en-DE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lang="en-DE" altLang="en-DE" sz="1800" b="1" dirty="0">
              <a:latin typeface="Arial" panose="020B0604020202020204" pitchFamily="34" charset="0"/>
            </a:endParaRP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810D143E-454D-6B6F-3AF9-D6FAD765CC2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76082122"/>
              </p:ext>
            </p:extLst>
          </p:nvPr>
        </p:nvGraphicFramePr>
        <p:xfrm>
          <a:off x="6739128" y="2664886"/>
          <a:ext cx="4818888" cy="35507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423844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4469B-D3C2-43D4-28DC-862FD9744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Stage 1 – Student Model</a:t>
            </a:r>
            <a:endParaRPr lang="en-DE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136B198A-073E-D41C-E2B0-0D97943AEEF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92486198"/>
              </p:ext>
            </p:extLst>
          </p:nvPr>
        </p:nvGraphicFramePr>
        <p:xfrm>
          <a:off x="579120" y="1554480"/>
          <a:ext cx="10774680" cy="26517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D22BE51D-4E9C-7507-073B-04B9E6BA433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15963" y="4456817"/>
            <a:ext cx="664066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DE" altLang="en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CNN frontend</a:t>
            </a:r>
            <a:r>
              <a:rPr kumimoji="0" lang="en-DE" altLang="en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extracts local acoustic patterns efficiently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DE" altLang="en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Transformer encoder</a:t>
            </a:r>
            <a:r>
              <a:rPr kumimoji="0" lang="en-DE" altLang="en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captures long-range dependencies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DE" altLang="en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Attention pooling</a:t>
            </a:r>
            <a:r>
              <a:rPr kumimoji="0" lang="en-DE" altLang="en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aggregates informative sequence features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DE" altLang="en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Designed to be </a:t>
            </a:r>
            <a:r>
              <a:rPr kumimoji="0" lang="en-DE" altLang="en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lighter than AST</a:t>
            </a:r>
            <a:r>
              <a:rPr kumimoji="0" lang="en-DE" altLang="en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more suitable for real-time use</a:t>
            </a:r>
          </a:p>
        </p:txBody>
      </p:sp>
    </p:spTree>
    <p:extLst>
      <p:ext uri="{BB962C8B-B14F-4D97-AF65-F5344CB8AC3E}">
        <p14:creationId xmlns:p14="http://schemas.microsoft.com/office/powerpoint/2010/main" val="27170748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81F38-C369-6BCA-8032-9D63562FF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 Distillation Strategy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7500F1-23E9-B972-1F1A-18BD6B53CB5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sz="19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KnowledgeTeacher model (AST)</a:t>
                </a:r>
                <a:r>
                  <a:rPr lang="en-GB" sz="1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generates teacher logits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9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ar-AE" sz="1900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endParaRPr lang="ar-AE" sz="1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GB" sz="19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Student model</a:t>
                </a:r>
                <a:r>
                  <a:rPr lang="en-GB" sz="1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generates student logits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9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ar-AE" sz="1900" i="1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endParaRPr lang="ar-AE" sz="1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GB" sz="19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Temperature scaling</a:t>
                </a:r>
                <a:r>
                  <a:rPr lang="en-GB" sz="1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applied to both outputs</a:t>
                </a:r>
              </a:p>
              <a:p>
                <a:r>
                  <a:rPr lang="en-GB" sz="19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Soft loss</a:t>
                </a:r>
                <a:r>
                  <a:rPr lang="en-GB" sz="1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computed using </a:t>
                </a:r>
                <a:r>
                  <a:rPr lang="en-GB" sz="19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KL divergence</a:t>
                </a:r>
                <a:r>
                  <a:rPr lang="en-GB" sz="1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between teacher and student soft probabilities</a:t>
                </a:r>
              </a:p>
              <a:p>
                <a:r>
                  <a:rPr lang="en-GB" sz="19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Hard loss</a:t>
                </a:r>
                <a:r>
                  <a:rPr lang="en-GB" sz="1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computed using </a:t>
                </a:r>
                <a:r>
                  <a:rPr lang="en-GB" sz="19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weighted BCE</a:t>
                </a:r>
                <a:r>
                  <a:rPr lang="en-GB" sz="1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between student predictions and ground-truth labels</a:t>
                </a:r>
              </a:p>
              <a:p>
                <a:r>
                  <a:rPr lang="en-GB" sz="19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Final KD loss</a:t>
                </a:r>
                <a:r>
                  <a:rPr lang="en-GB" sz="1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combines both supervision signals</a:t>
                </a:r>
              </a:p>
              <a:p>
                <a:pPr marL="0" indent="0">
                  <a:buNone/>
                </a:pPr>
                <a:r>
                  <a:rPr lang="en-GB" sz="19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Formula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19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9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ar-AE" sz="1900" i="1">
                            <a:latin typeface="Cambria Math" panose="02040503050406030204" pitchFamily="18" charset="0"/>
                          </a:rPr>
                          <m:t>𝐾𝐷</m:t>
                        </m:r>
                      </m:sub>
                    </m:sSub>
                    <m:r>
                      <a:rPr lang="ar-AE" sz="19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ar-AE" sz="19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90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 sz="190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sz="19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sSub>
                      <m:sSubPr>
                        <m:ctrlPr>
                          <a:rPr lang="ar-AE" sz="1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9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ar-AE" sz="1900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ar-AE" sz="1900" i="1">
                            <a:latin typeface="Cambria Math" panose="02040503050406030204" pitchFamily="18" charset="0"/>
                          </a:rPr>
                          <m:t>𝑎𝑟𝑑</m:t>
                        </m:r>
                      </m:sub>
                    </m:sSub>
                    <m:r>
                      <a:rPr lang="ar-AE" sz="1900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sz="1900" i="1">
                        <a:latin typeface="Cambria Math" panose="02040503050406030204" pitchFamily="18" charset="0"/>
                      </a:rPr>
                      <m:t>𝛼</m:t>
                    </m:r>
                    <m:sSub>
                      <m:sSubPr>
                        <m:ctrlPr>
                          <a:rPr lang="ar-AE" sz="1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9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ar-AE" sz="1900" i="1">
                            <a:latin typeface="Cambria Math" panose="02040503050406030204" pitchFamily="18" charset="0"/>
                          </a:rPr>
                          <m:t>𝑠𝑜𝑓𝑡</m:t>
                        </m:r>
                      </m:sub>
                    </m:sSub>
                  </m:oMath>
                </a14:m>
                <a:endParaRPr lang="ar-AE" sz="1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DE" sz="1900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ar-AE" sz="1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9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ar-AE" sz="1900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ar-AE" sz="1900" i="1">
                            <a:latin typeface="Cambria Math" panose="02040503050406030204" pitchFamily="18" charset="0"/>
                          </a:rPr>
                          <m:t>𝑎𝑟𝑑</m:t>
                        </m:r>
                      </m:sub>
                    </m:sSub>
                  </m:oMath>
                </a14:m>
                <a:r>
                  <a:rPr lang="ar-AE" sz="1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GB" sz="1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weighted BCE with true labels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1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9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ar-AE" sz="1900" i="1">
                            <a:latin typeface="Cambria Math" panose="02040503050406030204" pitchFamily="18" charset="0"/>
                          </a:rPr>
                          <m:t>𝑠𝑜𝑓𝑡</m:t>
                        </m:r>
                      </m:sub>
                    </m:sSub>
                  </m:oMath>
                </a14:m>
                <a:r>
                  <a:rPr lang="ar-AE" sz="1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GB" sz="1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teacher-guided soft supervision</a:t>
                </a:r>
              </a:p>
              <a:p>
                <a14:m>
                  <m:oMath xmlns:m="http://schemas.openxmlformats.org/officeDocument/2006/math">
                    <m:r>
                      <a:rPr lang="en-GB" sz="19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GB" sz="19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900">
                        <a:latin typeface="Cambria Math" panose="02040503050406030204" pitchFamily="18" charset="0"/>
                      </a:rPr>
                      <m:t>0</m:t>
                    </m:r>
                    <m:r>
                      <a:rPr lang="en-GB" sz="1900">
                        <a:latin typeface="Cambria Math" panose="02040503050406030204" pitchFamily="18" charset="0"/>
                      </a:rPr>
                      <m:t>.</m:t>
                    </m:r>
                    <m:r>
                      <a:rPr lang="en-GB" sz="1900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en-GB" sz="1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GB" sz="1900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GB" sz="19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900">
                        <a:latin typeface="Cambria Math" panose="02040503050406030204" pitchFamily="18" charset="0"/>
                      </a:rPr>
                      <m:t>3</m:t>
                    </m:r>
                    <m:r>
                      <a:rPr lang="en-GB" sz="1900">
                        <a:latin typeface="Cambria Math" panose="02040503050406030204" pitchFamily="18" charset="0"/>
                      </a:rPr>
                      <m:t>.</m:t>
                    </m:r>
                    <m:r>
                      <a:rPr lang="en-GB" sz="190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GB" sz="1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DE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7500F1-23E9-B972-1F1A-18BD6B53CB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80" t="-1401" b="-980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6441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1D0B029-CC74-AD35-4E00-BB22509ECC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8587643"/>
              </p:ext>
            </p:extLst>
          </p:nvPr>
        </p:nvGraphicFramePr>
        <p:xfrm>
          <a:off x="838200" y="1912997"/>
          <a:ext cx="10515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1398184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292144118"/>
                    </a:ext>
                  </a:extLst>
                </a:gridCol>
              </a:tblGrid>
              <a:tr h="235708">
                <a:tc>
                  <a:txBody>
                    <a:bodyPr/>
                    <a:lstStyle/>
                    <a:p>
                      <a:r>
                        <a:rPr lang="en-GB" dirty="0"/>
                        <a:t>Metric 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Value </a:t>
                      </a: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1093739"/>
                  </a:ext>
                </a:extLst>
              </a:tr>
              <a:tr h="235708">
                <a:tc>
                  <a:txBody>
                    <a:bodyPr/>
                    <a:lstStyle/>
                    <a:p>
                      <a:r>
                        <a:rPr lang="en-GB" dirty="0"/>
                        <a:t>Validation </a:t>
                      </a:r>
                      <a:r>
                        <a:rPr lang="en-GB" dirty="0" err="1"/>
                        <a:t>mAP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0.6160</a:t>
                      </a: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4961767"/>
                  </a:ext>
                </a:extLst>
              </a:tr>
              <a:tr h="235708">
                <a:tc>
                  <a:txBody>
                    <a:bodyPr/>
                    <a:lstStyle/>
                    <a:p>
                      <a:r>
                        <a:rPr lang="en-GB" dirty="0"/>
                        <a:t>Test </a:t>
                      </a:r>
                      <a:r>
                        <a:rPr lang="en-GB" dirty="0" err="1"/>
                        <a:t>mAP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0.684</a:t>
                      </a: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8685599"/>
                  </a:ext>
                </a:extLst>
              </a:tr>
              <a:tr h="235708">
                <a:tc>
                  <a:txBody>
                    <a:bodyPr/>
                    <a:lstStyle/>
                    <a:p>
                      <a:r>
                        <a:rPr lang="en-GB" dirty="0"/>
                        <a:t>Accuracy 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0.912</a:t>
                      </a: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024449"/>
                  </a:ext>
                </a:extLst>
              </a:tr>
              <a:tr h="235708">
                <a:tc>
                  <a:txBody>
                    <a:bodyPr/>
                    <a:lstStyle/>
                    <a:p>
                      <a:r>
                        <a:rPr lang="en-GB" dirty="0"/>
                        <a:t>Macro ROC-AUC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0.865</a:t>
                      </a: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4837716"/>
                  </a:ext>
                </a:extLst>
              </a:tr>
            </a:tbl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21AFBB1F-8E80-7FB7-618B-5AF4055F1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Stage -1 Results </a:t>
            </a:r>
            <a:endParaRPr lang="en-D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A2DCAA-6139-57AB-8AE1-DFBBE44ABD18}"/>
              </a:ext>
            </a:extLst>
          </p:cNvPr>
          <p:cNvSpPr txBox="1"/>
          <p:nvPr/>
        </p:nvSpPr>
        <p:spPr>
          <a:xfrm>
            <a:off x="710381" y="1543665"/>
            <a:ext cx="43040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Teacher Model Results (AST)</a:t>
            </a:r>
            <a:endParaRPr lang="en-D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7D11B5-B420-B247-D786-CD9FEF2B0D2C}"/>
              </a:ext>
            </a:extLst>
          </p:cNvPr>
          <p:cNvSpPr txBox="1"/>
          <p:nvPr/>
        </p:nvSpPr>
        <p:spPr>
          <a:xfrm>
            <a:off x="710381" y="3873910"/>
            <a:ext cx="5385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Validation Performance: KD vs No-KD Student</a:t>
            </a:r>
            <a:endParaRPr lang="en-DE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C74184C-CDD9-2E90-CCE7-EC07B6A9BA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4631684"/>
              </p:ext>
            </p:extLst>
          </p:nvPr>
        </p:nvGraphicFramePr>
        <p:xfrm>
          <a:off x="838199" y="4375355"/>
          <a:ext cx="10515600" cy="23715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79939513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39186728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49719549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867420561"/>
                    </a:ext>
                  </a:extLst>
                </a:gridCol>
              </a:tblGrid>
              <a:tr h="290647">
                <a:tc>
                  <a:txBody>
                    <a:bodyPr/>
                    <a:lstStyle/>
                    <a:p>
                      <a:r>
                        <a:rPr lang="en-GB" dirty="0" err="1"/>
                        <a:t>Mertic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KD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NO-KD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Difference</a:t>
                      </a: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6333281"/>
                  </a:ext>
                </a:extLst>
              </a:tr>
              <a:tr h="542713">
                <a:tc>
                  <a:txBody>
                    <a:bodyPr/>
                    <a:lstStyle/>
                    <a:p>
                      <a:r>
                        <a:rPr lang="en-GB" dirty="0"/>
                        <a:t>Validation Loss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0.2464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0.3305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-0.0840</a:t>
                      </a: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4489647"/>
                  </a:ext>
                </a:extLst>
              </a:tr>
              <a:tr h="290647">
                <a:tc>
                  <a:txBody>
                    <a:bodyPr/>
                    <a:lstStyle/>
                    <a:p>
                      <a:r>
                        <a:rPr lang="en-GB" dirty="0"/>
                        <a:t>Validation </a:t>
                      </a:r>
                      <a:r>
                        <a:rPr lang="en-GB" dirty="0" err="1"/>
                        <a:t>mAP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0.5099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0.4603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+0.0496</a:t>
                      </a: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6748194"/>
                  </a:ext>
                </a:extLst>
              </a:tr>
              <a:tr h="290647">
                <a:tc>
                  <a:txBody>
                    <a:bodyPr/>
                    <a:lstStyle/>
                    <a:p>
                      <a:r>
                        <a:rPr lang="en-GB" dirty="0"/>
                        <a:t>Validation Macro F1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0.4605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0.4246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+0.0358</a:t>
                      </a: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7310644"/>
                  </a:ext>
                </a:extLst>
              </a:tr>
              <a:tr h="290647">
                <a:tc>
                  <a:txBody>
                    <a:bodyPr/>
                    <a:lstStyle/>
                    <a:p>
                      <a:r>
                        <a:rPr lang="en-GB" dirty="0"/>
                        <a:t>Validation Accuracy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0.9199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0.8662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+0.0456</a:t>
                      </a: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4562558"/>
                  </a:ext>
                </a:extLst>
              </a:tr>
              <a:tr h="290647">
                <a:tc>
                  <a:txBody>
                    <a:bodyPr/>
                    <a:lstStyle/>
                    <a:p>
                      <a:r>
                        <a:rPr lang="en-GB" dirty="0"/>
                        <a:t>Validation ROC-AUC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0.8565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0.8146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+0.0419</a:t>
                      </a: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7349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70832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721A0-F586-401B-94CD-65390AB94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31056"/>
          </a:xfrm>
        </p:spPr>
        <p:txBody>
          <a:bodyPr/>
          <a:lstStyle/>
          <a:p>
            <a:r>
              <a:rPr lang="en-GB" dirty="0"/>
              <a:t>	Benchmark Comparison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67763-486F-3227-6202-47F013C0B8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Test Results </a:t>
            </a:r>
            <a:endParaRPr lang="en-DE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ADA1D13-ED6F-289C-80F1-9EB148BB27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7277294"/>
              </p:ext>
            </p:extLst>
          </p:nvPr>
        </p:nvGraphicFramePr>
        <p:xfrm>
          <a:off x="412955" y="1690689"/>
          <a:ext cx="11169444" cy="21930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3148">
                  <a:extLst>
                    <a:ext uri="{9D8B030D-6E8A-4147-A177-3AD203B41FA5}">
                      <a16:colId xmlns:a16="http://schemas.microsoft.com/office/drawing/2014/main" val="3304561476"/>
                    </a:ext>
                  </a:extLst>
                </a:gridCol>
                <a:gridCol w="3723148">
                  <a:extLst>
                    <a:ext uri="{9D8B030D-6E8A-4147-A177-3AD203B41FA5}">
                      <a16:colId xmlns:a16="http://schemas.microsoft.com/office/drawing/2014/main" val="2360269005"/>
                    </a:ext>
                  </a:extLst>
                </a:gridCol>
                <a:gridCol w="3723148">
                  <a:extLst>
                    <a:ext uri="{9D8B030D-6E8A-4147-A177-3AD203B41FA5}">
                      <a16:colId xmlns:a16="http://schemas.microsoft.com/office/drawing/2014/main" val="1905016790"/>
                    </a:ext>
                  </a:extLst>
                </a:gridCol>
              </a:tblGrid>
              <a:tr h="732111">
                <a:tc>
                  <a:txBody>
                    <a:bodyPr/>
                    <a:lstStyle/>
                    <a:p>
                      <a:r>
                        <a:rPr lang="en-GB" dirty="0"/>
                        <a:t>Model 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Model Type 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mAP</a:t>
                      </a: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1979287"/>
                  </a:ext>
                </a:extLst>
              </a:tr>
              <a:tr h="490447">
                <a:tc>
                  <a:txBody>
                    <a:bodyPr/>
                    <a:lstStyle/>
                    <a:p>
                      <a:r>
                        <a:rPr lang="en-GB" dirty="0"/>
                        <a:t>CNN Baselines 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CNN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0.40-0.48</a:t>
                      </a: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4768370"/>
                  </a:ext>
                </a:extLst>
              </a:tr>
              <a:tr h="510960">
                <a:tc>
                  <a:txBody>
                    <a:bodyPr/>
                    <a:lstStyle/>
                    <a:p>
                      <a:r>
                        <a:rPr lang="en-GB" dirty="0"/>
                        <a:t>AST Transformer 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Transformer 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0.485</a:t>
                      </a: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6507438"/>
                  </a:ext>
                </a:extLst>
              </a:tr>
              <a:tr h="459534">
                <a:tc>
                  <a:txBody>
                    <a:bodyPr/>
                    <a:lstStyle/>
                    <a:p>
                      <a:r>
                        <a:rPr lang="en-GB" dirty="0"/>
                        <a:t>Proposed KD student 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KD student (Compact)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0.5099</a:t>
                      </a: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5805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80234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87B677-266B-7270-DC21-B30142B8A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GB" sz="5000">
                <a:latin typeface="Times New Roman" panose="02020603050405020304" pitchFamily="18" charset="0"/>
                <a:cs typeface="Times New Roman" panose="02020603050405020304" pitchFamily="18" charset="0"/>
              </a:rPr>
              <a:t>Prompt Based Sound Isolation </a:t>
            </a:r>
            <a:endParaRPr lang="en-DE" sz="5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5723A4F-2454-11AB-6EE3-F548645215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n-US" sz="2200" dirty="0"/>
              <a:t>Training Phase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049760F-6631-1234-D1C9-316047E5EC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5" r="-1" b="-1"/>
          <a:stretch>
            <a:fillRect/>
          </a:stretch>
        </p:blipFill>
        <p:spPr>
          <a:xfrm>
            <a:off x="6240353" y="640080"/>
            <a:ext cx="5176357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3838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BBF450-3C21-1B24-144C-3E0DAEC7D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ABA335-1357-6B5E-E016-CE6D0E9B7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GB" sz="5000"/>
              <a:t>Internal Step Flow</a:t>
            </a:r>
            <a:endParaRPr lang="en-DE" sz="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333BD73-90E0-0451-E50B-188C5E5B60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n-US" sz="2200" dirty="0"/>
              <a:t>Flow matching model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17D729A-77CF-4101-55D0-A6FBB6DCD5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58" b="5358"/>
          <a:stretch/>
        </p:blipFill>
        <p:spPr>
          <a:xfrm>
            <a:off x="6240365" y="640080"/>
            <a:ext cx="5176334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8430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92C275-5A6B-92A3-4F80-5068D2141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2BF204-E6E9-75DD-01E3-05FE498F0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GB" sz="5000"/>
              <a:t>Inference Flowchart</a:t>
            </a:r>
            <a:endParaRPr lang="en-DE" sz="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9FF94D7-F471-5914-0BBB-E569441804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n-GB" sz="2200"/>
              <a:t>Inference Flowchart </a:t>
            </a:r>
            <a:endParaRPr lang="en-US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58E240-4D75-6902-4D77-5DB3581001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4454" y="640080"/>
            <a:ext cx="3988156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7297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5254C-87A0-5B06-6784-476483414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 isolation metrics</a:t>
            </a:r>
            <a:endParaRPr lang="en-DE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053C912-9AF7-7283-289A-9526A468AD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5868148"/>
              </p:ext>
            </p:extLst>
          </p:nvPr>
        </p:nvGraphicFramePr>
        <p:xfrm>
          <a:off x="838200" y="1897626"/>
          <a:ext cx="10515600" cy="147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15033895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71969490"/>
                    </a:ext>
                  </a:extLst>
                </a:gridCol>
              </a:tblGrid>
              <a:tr h="298839">
                <a:tc>
                  <a:txBody>
                    <a:bodyPr/>
                    <a:lstStyle/>
                    <a:p>
                      <a:r>
                        <a:rPr lang="en-GB" dirty="0"/>
                        <a:t>Metric 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Value </a:t>
                      </a: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9436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SDR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7.07DB</a:t>
                      </a: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81003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SIR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25.53DB</a:t>
                      </a: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3685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PESQ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2.84</a:t>
                      </a: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785354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46B834C-D3CE-A5AE-16BF-B1FE14E49FD3}"/>
              </a:ext>
            </a:extLst>
          </p:cNvPr>
          <p:cNvSpPr txBox="1"/>
          <p:nvPr/>
        </p:nvSpPr>
        <p:spPr>
          <a:xfrm>
            <a:off x="747252" y="1422678"/>
            <a:ext cx="4355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Overall Performance </a:t>
            </a:r>
            <a:endParaRPr lang="en-D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D89A1F-61AD-28A7-90DB-E88F8CCBFD1E}"/>
              </a:ext>
            </a:extLst>
          </p:cNvPr>
          <p:cNvSpPr txBox="1"/>
          <p:nvPr/>
        </p:nvSpPr>
        <p:spPr>
          <a:xfrm>
            <a:off x="747252" y="3765755"/>
            <a:ext cx="3578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Per-class performance</a:t>
            </a:r>
            <a:endParaRPr lang="en-DE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8A619C7-C674-33F2-F2F1-7F2045DF05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0116965"/>
              </p:ext>
            </p:extLst>
          </p:nvPr>
        </p:nvGraphicFramePr>
        <p:xfrm>
          <a:off x="747252" y="4355690"/>
          <a:ext cx="10606548" cy="1641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637">
                  <a:extLst>
                    <a:ext uri="{9D8B030D-6E8A-4147-A177-3AD203B41FA5}">
                      <a16:colId xmlns:a16="http://schemas.microsoft.com/office/drawing/2014/main" val="1277972626"/>
                    </a:ext>
                  </a:extLst>
                </a:gridCol>
                <a:gridCol w="2651637">
                  <a:extLst>
                    <a:ext uri="{9D8B030D-6E8A-4147-A177-3AD203B41FA5}">
                      <a16:colId xmlns:a16="http://schemas.microsoft.com/office/drawing/2014/main" val="2086660445"/>
                    </a:ext>
                  </a:extLst>
                </a:gridCol>
                <a:gridCol w="2651637">
                  <a:extLst>
                    <a:ext uri="{9D8B030D-6E8A-4147-A177-3AD203B41FA5}">
                      <a16:colId xmlns:a16="http://schemas.microsoft.com/office/drawing/2014/main" val="1976079992"/>
                    </a:ext>
                  </a:extLst>
                </a:gridCol>
                <a:gridCol w="2651637">
                  <a:extLst>
                    <a:ext uri="{9D8B030D-6E8A-4147-A177-3AD203B41FA5}">
                      <a16:colId xmlns:a16="http://schemas.microsoft.com/office/drawing/2014/main" val="1654288639"/>
                    </a:ext>
                  </a:extLst>
                </a:gridCol>
              </a:tblGrid>
              <a:tr h="367576">
                <a:tc>
                  <a:txBody>
                    <a:bodyPr/>
                    <a:lstStyle/>
                    <a:p>
                      <a:r>
                        <a:rPr lang="en-GB" dirty="0"/>
                        <a:t>class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SDR (dB)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SDR (dB)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PESQ</a:t>
                      </a: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4788539"/>
                  </a:ext>
                </a:extLst>
              </a:tr>
              <a:tr h="539258">
                <a:tc>
                  <a:txBody>
                    <a:bodyPr/>
                    <a:lstStyle/>
                    <a:p>
                      <a:r>
                        <a:rPr lang="en-GB" dirty="0"/>
                        <a:t>Dog 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11.02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30.12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662655"/>
                  </a:ext>
                </a:extLst>
              </a:tr>
              <a:tr h="367576">
                <a:tc>
                  <a:txBody>
                    <a:bodyPr/>
                    <a:lstStyle/>
                    <a:p>
                      <a:r>
                        <a:rPr lang="en-GB" dirty="0"/>
                        <a:t>Human 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3.90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22.41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2.61</a:t>
                      </a: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7534210"/>
                  </a:ext>
                </a:extLst>
              </a:tr>
              <a:tr h="367576">
                <a:tc>
                  <a:txBody>
                    <a:bodyPr/>
                    <a:lstStyle/>
                    <a:p>
                      <a:r>
                        <a:rPr lang="en-GB" dirty="0"/>
                        <a:t>Music 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6.28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20.94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05860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48106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2FB3F-24E9-0ADB-2F21-49DCC2D4B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Isolation Benchmark Comparison</a:t>
            </a:r>
            <a:endParaRPr lang="en-DE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7EF3478-DD7C-B0AF-18E7-B9BE5E4240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736763"/>
              </p:ext>
            </p:extLst>
          </p:nvPr>
        </p:nvGraphicFramePr>
        <p:xfrm>
          <a:off x="838200" y="1825625"/>
          <a:ext cx="10515597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398422428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797108718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380607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Model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SDR(DB)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PESQ</a:t>
                      </a: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81378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Conv-</a:t>
                      </a:r>
                      <a:r>
                        <a:rPr lang="en-GB" dirty="0" err="1"/>
                        <a:t>TasNet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10-15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3.2-3.8</a:t>
                      </a: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98665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err="1"/>
                        <a:t>Demucs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6-7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97214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Proposed Model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3.27</a:t>
                      </a: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17507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73412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9696FE-2DAF-A1A0-3AE6-204D4D543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GB" sz="5400"/>
              <a:t>Key Findings </a:t>
            </a:r>
            <a:endParaRPr lang="en-DE" sz="5400"/>
          </a:p>
        </p:txBody>
      </p:sp>
      <p:sp>
        <p:nvSpPr>
          <p:cNvPr id="29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25534-3AA4-5364-757F-585C975384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Autofit/>
          </a:bodyPr>
          <a:lstStyle/>
          <a:p>
            <a:r>
              <a:rPr lang="en-GB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AST provided a strong teacher baseline</a:t>
            </a:r>
            <a:r>
              <a:rPr lang="en-GB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Stage 1 classification.</a:t>
            </a:r>
          </a:p>
          <a:p>
            <a:r>
              <a:rPr lang="en-GB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 Distillation improved the compact student model</a:t>
            </a:r>
            <a:r>
              <a:rPr lang="en-GB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validation loss, </a:t>
            </a:r>
            <a:r>
              <a:rPr lang="en-GB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mAP</a:t>
            </a:r>
            <a:r>
              <a:rPr lang="en-GB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F1, accuracy, and ROC-AUC </a:t>
            </a:r>
          </a:p>
          <a:p>
            <a:r>
              <a:rPr lang="en-GB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outputs can guide isolation effectively</a:t>
            </a:r>
            <a:r>
              <a:rPr lang="en-GB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through prompt conditioning.</a:t>
            </a:r>
          </a:p>
          <a:p>
            <a:r>
              <a:rPr lang="en-GB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Prompt-based isolation is feasible and controllable</a:t>
            </a:r>
            <a:r>
              <a:rPr lang="en-GB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with measurable SDR, SIR, and PESQ performance</a:t>
            </a:r>
          </a:p>
          <a:p>
            <a:r>
              <a:rPr lang="en-GB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Prompt-based isolation is feasible and controllable</a:t>
            </a:r>
            <a:r>
              <a:rPr lang="en-GB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with measurable SDR, SIR, and PESQ performance</a:t>
            </a:r>
            <a:endParaRPr lang="en-DE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Graphic 6" descr="Laptop Secure">
            <a:extLst>
              <a:ext uri="{FF2B5EF4-FFF2-40B4-BE49-F238E27FC236}">
                <a16:creationId xmlns:a16="http://schemas.microsoft.com/office/drawing/2014/main" id="{4684B7ED-05F9-389B-5220-A947760B48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9048" y="699516"/>
            <a:ext cx="5458968" cy="5458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2104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28D195-4EB0-7DF6-36BA-394F875B2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GB" sz="5400" dirty="0"/>
              <a:t>Limitations</a:t>
            </a:r>
            <a:endParaRPr lang="en-DE" sz="5400" dirty="0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A19D4F-9D62-D24E-053D-B42753FBCB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n-GB" sz="1700" b="1" dirty="0"/>
              <a:t>Dataset imbalance and label noise</a:t>
            </a:r>
            <a:r>
              <a:rPr lang="en-GB" sz="1700" dirty="0"/>
              <a:t> in SONYC may affect robustness.</a:t>
            </a:r>
          </a:p>
          <a:p>
            <a:r>
              <a:rPr lang="en-GB" sz="1700" b="1" dirty="0"/>
              <a:t>Isolation was evaluated on only a few sound classes</a:t>
            </a:r>
            <a:r>
              <a:rPr lang="en-GB" sz="1700" dirty="0"/>
              <a:t> (Dog, Human, Music).</a:t>
            </a:r>
          </a:p>
          <a:p>
            <a:r>
              <a:rPr lang="en-GB" sz="1700" b="1" dirty="0"/>
              <a:t>Error propagation across stages</a:t>
            </a:r>
            <a:r>
              <a:rPr lang="en-GB" sz="1700" dirty="0"/>
              <a:t>: wrong class prediction can hurt isolation quality</a:t>
            </a:r>
            <a:endParaRPr lang="en-DE" sz="1700" dirty="0"/>
          </a:p>
        </p:txBody>
      </p:sp>
      <p:pic>
        <p:nvPicPr>
          <p:cNvPr id="7" name="Graphic 6" descr="Fingerprint">
            <a:extLst>
              <a:ext uri="{FF2B5EF4-FFF2-40B4-BE49-F238E27FC236}">
                <a16:creationId xmlns:a16="http://schemas.microsoft.com/office/drawing/2014/main" id="{FB8E0A68-E839-116A-678A-FC664A0F23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9048" y="699516"/>
            <a:ext cx="5458968" cy="5458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6407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51004B-3E15-2CCD-5FA6-EB70E2D95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GB" sz="5400"/>
              <a:t>Conclusion </a:t>
            </a:r>
            <a:endParaRPr lang="en-DE" sz="5400"/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1BB63FE-54D7-63A8-31A6-DF85C3131E0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30936" y="2660904"/>
            <a:ext cx="4818888" cy="419709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DE" altLang="en-DE" sz="17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Proposed a </a:t>
            </a:r>
            <a:r>
              <a:rPr kumimoji="0" lang="en-DE" altLang="en-DE" sz="17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two-stage selective hearing system</a:t>
            </a:r>
            <a:endParaRPr kumimoji="0" lang="en-GB" altLang="en-DE" sz="1700" b="1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DE" altLang="en-DE" sz="17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DE" altLang="en-DE" sz="17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Combined </a:t>
            </a:r>
            <a:r>
              <a:rPr kumimoji="0" lang="en-DE" altLang="en-DE" sz="17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efficient classification</a:t>
            </a:r>
            <a:r>
              <a:rPr kumimoji="0" lang="en-DE" altLang="en-DE" sz="17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kumimoji="0" lang="en-DE" altLang="en-DE" sz="17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controllable sound isolation</a:t>
            </a:r>
            <a:endParaRPr lang="en-GB" altLang="en-DE" sz="1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DE" altLang="en-DE" sz="17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DE" altLang="en-DE" sz="17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Knowledge Distillation improved</a:t>
            </a:r>
            <a:r>
              <a:rPr kumimoji="0" lang="en-DE" altLang="en-DE" sz="17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compact student performance</a:t>
            </a:r>
            <a:endParaRPr kumimoji="0" lang="en-GB" altLang="en-DE" sz="17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DE" altLang="en-DE" sz="17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DE" altLang="en-DE" sz="17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Prompt-based isolation achieved </a:t>
            </a:r>
            <a:r>
              <a:rPr kumimoji="0" lang="en-DE" altLang="en-DE" sz="17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moderate but stable</a:t>
            </a:r>
            <a:r>
              <a:rPr kumimoji="0" lang="en-DE" altLang="en-DE" sz="17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separation quality</a:t>
            </a:r>
            <a:endParaRPr kumimoji="0" lang="en-GB" altLang="en-DE" sz="17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DE" altLang="en-DE" sz="22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DE" altLang="en-DE" sz="2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shows </a:t>
            </a:r>
            <a:r>
              <a:rPr kumimoji="0" lang="en-DE" altLang="en-DE" sz="22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practical feasibility</a:t>
            </a:r>
            <a:r>
              <a:rPr kumimoji="0" lang="en-DE" altLang="en-DE" sz="2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under moderate hardware constraints</a:t>
            </a:r>
          </a:p>
        </p:txBody>
      </p:sp>
      <p:pic>
        <p:nvPicPr>
          <p:cNvPr id="8" name="Graphic 7" descr="Ear">
            <a:extLst>
              <a:ext uri="{FF2B5EF4-FFF2-40B4-BE49-F238E27FC236}">
                <a16:creationId xmlns:a16="http://schemas.microsoft.com/office/drawing/2014/main" id="{9466410F-1ADD-BDAA-4A6C-7EE8AF4006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9048" y="699516"/>
            <a:ext cx="5458968" cy="5458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7466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996916-0766-893A-997B-436096CA2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GB" sz="5400"/>
              <a:t>Future Work</a:t>
            </a:r>
            <a:endParaRPr lang="en-DE" sz="5400"/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548ED9B-41EC-DB4B-0A74-3B0F6CD44BF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30936" y="2660904"/>
            <a:ext cx="4818888" cy="354787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DE" altLang="en-DE" sz="17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 on </a:t>
            </a:r>
            <a:r>
              <a:rPr kumimoji="0" lang="en-DE" altLang="en-DE" sz="17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larger and more diverse datasets</a:t>
            </a:r>
            <a:endParaRPr lang="en-GB" altLang="en-DE" sz="1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GB" altLang="en-DE" sz="1700" b="1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DE" altLang="en-DE" sz="17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Extend to </a:t>
            </a:r>
            <a:r>
              <a:rPr kumimoji="0" lang="en-DE" altLang="en-DE" sz="17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more sound classes</a:t>
            </a:r>
            <a:endParaRPr kumimoji="0" lang="en-GB" altLang="en-DE" sz="1700" b="1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DE" altLang="en-DE" sz="17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DE" altLang="en-DE" sz="17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kumimoji="0" lang="en-DE" altLang="en-DE" sz="17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richer / multilingual prompt embeddings</a:t>
            </a:r>
            <a:endParaRPr kumimoji="0" lang="en-GB" altLang="en-DE" sz="1700" b="1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DE" altLang="en-DE" sz="17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DE" altLang="en-DE" sz="17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 </a:t>
            </a:r>
            <a:r>
              <a:rPr kumimoji="0" lang="en-DE" altLang="en-DE" sz="17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optimization</a:t>
            </a:r>
            <a:endParaRPr kumimoji="0" lang="en-GB" altLang="en-DE" sz="1700" b="1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DE" altLang="en-DE" sz="17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DE" altLang="en-DE" sz="17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 </a:t>
            </a:r>
            <a:r>
              <a:rPr kumimoji="0" lang="en-DE" altLang="en-DE" sz="17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more subjective listening evaluation</a:t>
            </a:r>
            <a:endParaRPr lang="en-GB" altLang="en-DE" sz="1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DE" altLang="en-DE" sz="17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DE" altLang="en-DE" sz="17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Test in </a:t>
            </a:r>
            <a:r>
              <a:rPr kumimoji="0" lang="en-DE" altLang="en-DE" sz="17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dynamic real-world environments</a:t>
            </a:r>
            <a:endParaRPr kumimoji="0" lang="en-DE" altLang="en-DE" sz="17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Graphic 9" descr="Teacher">
            <a:extLst>
              <a:ext uri="{FF2B5EF4-FFF2-40B4-BE49-F238E27FC236}">
                <a16:creationId xmlns:a16="http://schemas.microsoft.com/office/drawing/2014/main" id="{AC82B713-199D-477B-79BA-DE3E09EFA8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9048" y="699516"/>
            <a:ext cx="5458968" cy="5458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371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554</TotalTime>
  <Words>1243</Words>
  <Application>Microsoft Office PowerPoint</Application>
  <PresentationFormat>Widescreen</PresentationFormat>
  <Paragraphs>285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Aptos</vt:lpstr>
      <vt:lpstr>Aptos Display</vt:lpstr>
      <vt:lpstr>Arial</vt:lpstr>
      <vt:lpstr>Cambria Math</vt:lpstr>
      <vt:lpstr>Times New Roman</vt:lpstr>
      <vt:lpstr>Office Theme</vt:lpstr>
      <vt:lpstr>Transformer Based Selective Hearing System for Real-Time Audio Filtering and Source Separation </vt:lpstr>
      <vt:lpstr>Presentation outline</vt:lpstr>
      <vt:lpstr>Background and Motivation</vt:lpstr>
      <vt:lpstr>                                       Problem Statement</vt:lpstr>
      <vt:lpstr>Research Gap</vt:lpstr>
      <vt:lpstr>Objectives</vt:lpstr>
      <vt:lpstr>Research Questions </vt:lpstr>
      <vt:lpstr>Dataset </vt:lpstr>
      <vt:lpstr>Class distribution</vt:lpstr>
      <vt:lpstr>Dataset </vt:lpstr>
      <vt:lpstr>Audio preprocessing</vt:lpstr>
      <vt:lpstr>Audio Waveform and Log-Mel Spectrogram Representation</vt:lpstr>
      <vt:lpstr>Overall Proposed Framework (Stage 1)</vt:lpstr>
      <vt:lpstr>Stage 1 – Teacher Model (AST)</vt:lpstr>
      <vt:lpstr>Stage 1 – Student Model</vt:lpstr>
      <vt:lpstr>Knowledge Distillation Strategy</vt:lpstr>
      <vt:lpstr>Stage -1 Results </vt:lpstr>
      <vt:lpstr> Benchmark Comparison</vt:lpstr>
      <vt:lpstr>Prompt Based Sound Isolation </vt:lpstr>
      <vt:lpstr>Internal Step Flow</vt:lpstr>
      <vt:lpstr>Inference Flowchart</vt:lpstr>
      <vt:lpstr> isolation metrics</vt:lpstr>
      <vt:lpstr>Isolation Benchmark Comparison</vt:lpstr>
      <vt:lpstr>Key Findings </vt:lpstr>
      <vt:lpstr>Limitations</vt:lpstr>
      <vt:lpstr>Conclusion </vt:lpstr>
      <vt:lpstr>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Naveen Krishnappa</dc:creator>
  <cp:lastModifiedBy>Naveen Krishnappa</cp:lastModifiedBy>
  <cp:revision>9</cp:revision>
  <dcterms:created xsi:type="dcterms:W3CDTF">2026-03-15T12:57:40Z</dcterms:created>
  <dcterms:modified xsi:type="dcterms:W3CDTF">2026-03-19T08:19:07Z</dcterms:modified>
</cp:coreProperties>
</file>